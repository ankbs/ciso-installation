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956" r:id="rId1"/>
    <p:sldMasterId id="2147484091" r:id="rId2"/>
  </p:sldMasterIdLst>
  <p:notesMasterIdLst>
    <p:notesMasterId r:id="rId26"/>
  </p:notesMasterIdLst>
  <p:handoutMasterIdLst>
    <p:handoutMasterId r:id="rId27"/>
  </p:handoutMasterIdLst>
  <p:sldIdLst>
    <p:sldId id="1143" r:id="rId3"/>
    <p:sldId id="2134805755" r:id="rId4"/>
    <p:sldId id="2134805753" r:id="rId5"/>
    <p:sldId id="919" r:id="rId6"/>
    <p:sldId id="1149" r:id="rId7"/>
    <p:sldId id="2134805754" r:id="rId8"/>
    <p:sldId id="2076137621" r:id="rId9"/>
    <p:sldId id="2076137620" r:id="rId10"/>
    <p:sldId id="2076137622" r:id="rId11"/>
    <p:sldId id="2076137623" r:id="rId12"/>
    <p:sldId id="2076137602" r:id="rId13"/>
    <p:sldId id="1153" r:id="rId14"/>
    <p:sldId id="2076137595" r:id="rId15"/>
    <p:sldId id="2076137603" r:id="rId16"/>
    <p:sldId id="2076137604" r:id="rId17"/>
    <p:sldId id="1150" r:id="rId18"/>
    <p:sldId id="1151" r:id="rId19"/>
    <p:sldId id="2134805750" r:id="rId20"/>
    <p:sldId id="2134805751" r:id="rId21"/>
    <p:sldId id="1152" r:id="rId22"/>
    <p:sldId id="1154" r:id="rId23"/>
    <p:sldId id="2134805752" r:id="rId24"/>
    <p:sldId id="2134805756" r:id="rId25"/>
  </p:sldIdLst>
  <p:sldSz cx="9144000" cy="5143500" type="screen16x9"/>
  <p:notesSz cx="6797675" cy="9926638"/>
  <p:defaultTextStyle>
    <a:defPPr>
      <a:defRPr lang="en-US"/>
    </a:defPPr>
    <a:lvl1pPr marL="0" algn="l" defTabSz="685584" rtl="0" eaLnBrk="1" latinLnBrk="0" hangingPunct="1">
      <a:defRPr sz="1350" kern="1200">
        <a:solidFill>
          <a:schemeClr val="tx1"/>
        </a:solidFill>
        <a:latin typeface="+mn-lt"/>
        <a:ea typeface="+mn-ea"/>
        <a:cs typeface="+mn-cs"/>
      </a:defRPr>
    </a:lvl1pPr>
    <a:lvl2pPr marL="342791" algn="l" defTabSz="685584" rtl="0" eaLnBrk="1" latinLnBrk="0" hangingPunct="1">
      <a:defRPr sz="1350" kern="1200">
        <a:solidFill>
          <a:schemeClr val="tx1"/>
        </a:solidFill>
        <a:latin typeface="+mn-lt"/>
        <a:ea typeface="+mn-ea"/>
        <a:cs typeface="+mn-cs"/>
      </a:defRPr>
    </a:lvl2pPr>
    <a:lvl3pPr marL="685584" algn="l" defTabSz="685584" rtl="0" eaLnBrk="1" latinLnBrk="0" hangingPunct="1">
      <a:defRPr sz="1350" kern="1200">
        <a:solidFill>
          <a:schemeClr val="tx1"/>
        </a:solidFill>
        <a:latin typeface="+mn-lt"/>
        <a:ea typeface="+mn-ea"/>
        <a:cs typeface="+mn-cs"/>
      </a:defRPr>
    </a:lvl3pPr>
    <a:lvl4pPr marL="1028376" algn="l" defTabSz="685584" rtl="0" eaLnBrk="1" latinLnBrk="0" hangingPunct="1">
      <a:defRPr sz="1350" kern="1200">
        <a:solidFill>
          <a:schemeClr val="tx1"/>
        </a:solidFill>
        <a:latin typeface="+mn-lt"/>
        <a:ea typeface="+mn-ea"/>
        <a:cs typeface="+mn-cs"/>
      </a:defRPr>
    </a:lvl4pPr>
    <a:lvl5pPr marL="1371167" algn="l" defTabSz="685584" rtl="0" eaLnBrk="1" latinLnBrk="0" hangingPunct="1">
      <a:defRPr sz="1350" kern="1200">
        <a:solidFill>
          <a:schemeClr val="tx1"/>
        </a:solidFill>
        <a:latin typeface="+mn-lt"/>
        <a:ea typeface="+mn-ea"/>
        <a:cs typeface="+mn-cs"/>
      </a:defRPr>
    </a:lvl5pPr>
    <a:lvl6pPr marL="1713959" algn="l" defTabSz="685584" rtl="0" eaLnBrk="1" latinLnBrk="0" hangingPunct="1">
      <a:defRPr sz="1350" kern="1200">
        <a:solidFill>
          <a:schemeClr val="tx1"/>
        </a:solidFill>
        <a:latin typeface="+mn-lt"/>
        <a:ea typeface="+mn-ea"/>
        <a:cs typeface="+mn-cs"/>
      </a:defRPr>
    </a:lvl6pPr>
    <a:lvl7pPr marL="2056751" algn="l" defTabSz="685584" rtl="0" eaLnBrk="1" latinLnBrk="0" hangingPunct="1">
      <a:defRPr sz="1350" kern="1200">
        <a:solidFill>
          <a:schemeClr val="tx1"/>
        </a:solidFill>
        <a:latin typeface="+mn-lt"/>
        <a:ea typeface="+mn-ea"/>
        <a:cs typeface="+mn-cs"/>
      </a:defRPr>
    </a:lvl7pPr>
    <a:lvl8pPr marL="2399543" algn="l" defTabSz="685584" rtl="0" eaLnBrk="1" latinLnBrk="0" hangingPunct="1">
      <a:defRPr sz="1350" kern="1200">
        <a:solidFill>
          <a:schemeClr val="tx1"/>
        </a:solidFill>
        <a:latin typeface="+mn-lt"/>
        <a:ea typeface="+mn-ea"/>
        <a:cs typeface="+mn-cs"/>
      </a:defRPr>
    </a:lvl8pPr>
    <a:lvl9pPr marL="2742335" algn="l" defTabSz="685584" rtl="0" eaLnBrk="1" latinLnBrk="0" hangingPunct="1">
      <a:defRPr sz="1350" kern="1200">
        <a:solidFill>
          <a:schemeClr val="tx1"/>
        </a:solidFill>
        <a:latin typeface="+mn-lt"/>
        <a:ea typeface="+mn-ea"/>
        <a:cs typeface="+mn-cs"/>
      </a:defRPr>
    </a:lvl9pPr>
  </p:defaultTextStyle>
  <p:extLst>
    <p:ext uri="{521415D9-36F7-43E2-AB2F-B90AF26B5E84}">
      <p14:sectionLst xmlns:p14="http://schemas.microsoft.com/office/powerpoint/2010/main">
        <p14:section name="Beginn" id="{929792F2-A2F5-4713-AD34-DD3D8280133D}">
          <p14:sldIdLst>
            <p14:sldId id="1143"/>
            <p14:sldId id="2134805755"/>
          </p14:sldIdLst>
        </p14:section>
        <p14:section name="Service Übersicht" id="{EB6FFED3-FE88-43BF-8D54-054646D16C8C}">
          <p14:sldIdLst>
            <p14:sldId id="2134805753"/>
          </p14:sldIdLst>
        </p14:section>
        <p14:section name="Compliance as Service" id="{AAD9F084-D64A-42DC-A04D-2712B3B2DADF}">
          <p14:sldIdLst>
            <p14:sldId id="919"/>
            <p14:sldId id="1149"/>
            <p14:sldId id="2134805754"/>
          </p14:sldIdLst>
        </p14:section>
        <p14:section name="Security as a Service" id="{45669E45-9A4E-4DBA-8994-56BB1D09F8DC}">
          <p14:sldIdLst>
            <p14:sldId id="2076137621"/>
            <p14:sldId id="2076137620"/>
            <p14:sldId id="2076137622"/>
            <p14:sldId id="2076137623"/>
          </p14:sldIdLst>
        </p14:section>
        <p14:section name="Backup as a Service" id="{240FC52E-E657-4A4A-B122-BF2C8D284667}">
          <p14:sldIdLst>
            <p14:sldId id="2076137602"/>
            <p14:sldId id="1153"/>
            <p14:sldId id="2076137595"/>
            <p14:sldId id="2076137603"/>
            <p14:sldId id="2076137604"/>
            <p14:sldId id="1150"/>
            <p14:sldId id="1151"/>
            <p14:sldId id="2134805750"/>
            <p14:sldId id="2134805751"/>
            <p14:sldId id="1152"/>
            <p14:sldId id="1154"/>
            <p14:sldId id="2134805752"/>
          </p14:sldIdLst>
        </p14:section>
        <p14:section name="Kontaktfolien" id="{5CE59CA1-9232-473D-9072-D37721163B54}">
          <p14:sldIdLst>
            <p14:sldId id="2134805756"/>
          </p14:sldIdLst>
        </p14:section>
      </p14:sectionLst>
    </p:ext>
    <p:ext uri="{EFAFB233-063F-42B5-8137-9DF3F51BA10A}">
      <p15:sldGuideLst xmlns:p15="http://schemas.microsoft.com/office/powerpoint/2012/main">
        <p15:guide id="11" pos="2880" userDrawn="1">
          <p15:clr>
            <a:srgbClr val="A4A3A4"/>
          </p15:clr>
        </p15:guide>
        <p15:guide id="12" orient="horz" pos="1824" userDrawn="1">
          <p15:clr>
            <a:srgbClr val="A4A3A4"/>
          </p15:clr>
        </p15:guide>
      </p15:sldGuideLst>
    </p:ext>
    <p:ext uri="{2D200454-40CA-4A62-9FC3-DE9A4176ACB9}">
      <p15:notesGuideLst xmlns:p15="http://schemas.microsoft.com/office/powerpoint/2012/main">
        <p15:guide id="1" orient="horz" pos="3127" userDrawn="1">
          <p15:clr>
            <a:srgbClr val="A4A3A4"/>
          </p15:clr>
        </p15:guide>
        <p15:guide id="2" pos="2141"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amantha Charvy" initials="SC" lastIdx="1" clrIdx="0"/>
  <p:cmAuthor id="1" name="Kolchevska, Anna" initials="KA" lastIdx="1" clrIdx="1">
    <p:extLst>
      <p:ext uri="{19B8F6BF-5375-455C-9EA6-DF929625EA0E}">
        <p15:presenceInfo xmlns:p15="http://schemas.microsoft.com/office/powerpoint/2012/main" userId="S::Anna.Kolchevska@bdo.de::e2f2a14c-7491-4611-bbad-fd3ef63b6b3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8002D"/>
    <a:srgbClr val="F9D9BF"/>
    <a:srgbClr val="EE9024"/>
    <a:srgbClr val="CCCFD4"/>
    <a:srgbClr val="000000"/>
    <a:srgbClr val="404040"/>
    <a:srgbClr val="899BAD"/>
    <a:srgbClr val="F9D9B5"/>
    <a:srgbClr val="B9ACA5"/>
    <a:srgbClr val="F6A1A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6F890A9-2807-4EBB-B81D-B2AA78EC7F3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ittlere Formatvorlage 2 - Akz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96" autoAdjust="0"/>
    <p:restoredTop sz="88370" autoAdjust="0"/>
  </p:normalViewPr>
  <p:slideViewPr>
    <p:cSldViewPr snapToGrid="0" snapToObjects="1" showGuides="1">
      <p:cViewPr varScale="1">
        <p:scale>
          <a:sx n="142" d="100"/>
          <a:sy n="142" d="100"/>
        </p:scale>
        <p:origin x="61" y="155"/>
      </p:cViewPr>
      <p:guideLst>
        <p:guide pos="2880"/>
        <p:guide orient="horz" pos="1824"/>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 d="1"/>
        <a:sy n="1" d="1"/>
      </p:scale>
      <p:origin x="0" y="0"/>
    </p:cViewPr>
  </p:sorterViewPr>
  <p:notesViewPr>
    <p:cSldViewPr snapToGrid="0" snapToObjects="1" showGuides="1">
      <p:cViewPr varScale="1">
        <p:scale>
          <a:sx n="77" d="100"/>
          <a:sy n="77" d="100"/>
        </p:scale>
        <p:origin x="3144" y="114"/>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commentAuthors" Target="commentAuthor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handoutMaster" Target="handoutMasters/handout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F98AC9BB-1168-4791-8C2F-FF0DB49BB28D}"/>
              </a:ext>
            </a:extLst>
          </p:cNvPr>
          <p:cNvSpPr>
            <a:spLocks noGrp="1"/>
          </p:cNvSpPr>
          <p:nvPr>
            <p:ph type="dt" sz="quarter" idx="1"/>
          </p:nvPr>
        </p:nvSpPr>
        <p:spPr>
          <a:xfrm>
            <a:off x="3849688" y="0"/>
            <a:ext cx="2946400" cy="496888"/>
          </a:xfrm>
          <a:prstGeom prst="rect">
            <a:avLst/>
          </a:prstGeom>
        </p:spPr>
        <p:txBody>
          <a:bodyPr vert="horz" lIns="91440" tIns="45720" rIns="91440" bIns="45720" rtlCol="0"/>
          <a:lstStyle>
            <a:lvl1pPr algn="r">
              <a:defRPr sz="1200"/>
            </a:lvl1pPr>
          </a:lstStyle>
          <a:p>
            <a:fld id="{3DCBE943-7FA6-4245-9B42-F751C9113570}" type="datetimeFigureOut">
              <a:rPr lang="en-US" smtClean="0"/>
              <a:t>5/7/2026</a:t>
            </a:fld>
            <a:endParaRPr lang="en-US" dirty="0"/>
          </a:p>
        </p:txBody>
      </p:sp>
      <p:sp>
        <p:nvSpPr>
          <p:cNvPr id="4" name="Fußzeilenplatzhalter 3">
            <a:extLst>
              <a:ext uri="{FF2B5EF4-FFF2-40B4-BE49-F238E27FC236}">
                <a16:creationId xmlns:a16="http://schemas.microsoft.com/office/drawing/2014/main" id="{9EDF2E22-1160-4DBB-BB99-C7DE128B2BED}"/>
              </a:ext>
            </a:extLst>
          </p:cNvPr>
          <p:cNvSpPr>
            <a:spLocks noGrp="1"/>
          </p:cNvSpPr>
          <p:nvPr>
            <p:ph type="ftr" sz="quarter" idx="2"/>
          </p:nvPr>
        </p:nvSpPr>
        <p:spPr>
          <a:xfrm>
            <a:off x="0" y="9429750"/>
            <a:ext cx="2946400" cy="496888"/>
          </a:xfrm>
          <a:prstGeom prst="rect">
            <a:avLst/>
          </a:prstGeom>
        </p:spPr>
        <p:txBody>
          <a:bodyPr vert="horz" lIns="91440" tIns="45720" rIns="91440" bIns="45720" rtlCol="0" anchor="b"/>
          <a:lstStyle>
            <a:lvl1pPr algn="l">
              <a:defRPr sz="1200"/>
            </a:lvl1pPr>
          </a:lstStyle>
          <a:p>
            <a:endParaRPr lang="en-US" dirty="0"/>
          </a:p>
        </p:txBody>
      </p:sp>
      <p:sp>
        <p:nvSpPr>
          <p:cNvPr id="5" name="Foliennummernplatzhalter 4">
            <a:extLst>
              <a:ext uri="{FF2B5EF4-FFF2-40B4-BE49-F238E27FC236}">
                <a16:creationId xmlns:a16="http://schemas.microsoft.com/office/drawing/2014/main" id="{073B0BC7-B7E1-48EC-B22C-22B70F6D42E7}"/>
              </a:ext>
            </a:extLst>
          </p:cNvPr>
          <p:cNvSpPr>
            <a:spLocks noGrp="1"/>
          </p:cNvSpPr>
          <p:nvPr>
            <p:ph type="sldNum" sz="quarter" idx="3"/>
          </p:nvPr>
        </p:nvSpPr>
        <p:spPr>
          <a:xfrm>
            <a:off x="3849688" y="9429750"/>
            <a:ext cx="2946400" cy="496888"/>
          </a:xfrm>
          <a:prstGeom prst="rect">
            <a:avLst/>
          </a:prstGeom>
        </p:spPr>
        <p:txBody>
          <a:bodyPr vert="horz" lIns="91440" tIns="45720" rIns="91440" bIns="45720" rtlCol="0" anchor="b"/>
          <a:lstStyle>
            <a:lvl1pPr algn="r">
              <a:defRPr sz="1200"/>
            </a:lvl1pPr>
          </a:lstStyle>
          <a:p>
            <a:fld id="{AFB54AD3-A6A9-4FB7-98E1-FC8CC805D698}" type="slidenum">
              <a:rPr lang="en-US" smtClean="0"/>
              <a:t>‹Nr.›</a:t>
            </a:fld>
            <a:endParaRPr lang="en-US" dirty="0"/>
          </a:p>
        </p:txBody>
      </p:sp>
    </p:spTree>
    <p:extLst>
      <p:ext uri="{BB962C8B-B14F-4D97-AF65-F5344CB8AC3E}">
        <p14:creationId xmlns:p14="http://schemas.microsoft.com/office/powerpoint/2010/main" val="190544587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45659" cy="496332"/>
          </a:xfrm>
          <a:prstGeom prst="rect">
            <a:avLst/>
          </a:prstGeom>
        </p:spPr>
        <p:txBody>
          <a:bodyPr vert="horz" lIns="95562" tIns="47781" rIns="95562" bIns="47781" rtlCol="0"/>
          <a:lstStyle>
            <a:lvl1pPr algn="l">
              <a:defRPr sz="1300"/>
            </a:lvl1pPr>
          </a:lstStyle>
          <a:p>
            <a:endParaRPr lang="en-GB" dirty="0"/>
          </a:p>
        </p:txBody>
      </p:sp>
      <p:sp>
        <p:nvSpPr>
          <p:cNvPr id="3" name="Date Placeholder 2"/>
          <p:cNvSpPr>
            <a:spLocks noGrp="1"/>
          </p:cNvSpPr>
          <p:nvPr>
            <p:ph type="dt" idx="1"/>
          </p:nvPr>
        </p:nvSpPr>
        <p:spPr>
          <a:xfrm>
            <a:off x="3850443" y="1"/>
            <a:ext cx="2945659" cy="496332"/>
          </a:xfrm>
          <a:prstGeom prst="rect">
            <a:avLst/>
          </a:prstGeom>
        </p:spPr>
        <p:txBody>
          <a:bodyPr vert="horz" lIns="95562" tIns="47781" rIns="95562" bIns="47781" rtlCol="0"/>
          <a:lstStyle>
            <a:lvl1pPr algn="r">
              <a:defRPr sz="1300"/>
            </a:lvl1pPr>
          </a:lstStyle>
          <a:p>
            <a:fld id="{11E47D5C-E96D-4671-AABC-580006D477A8}" type="datetimeFigureOut">
              <a:rPr lang="en-US" smtClean="0"/>
              <a:pPr/>
              <a:t>5/6/2026</a:t>
            </a:fld>
            <a:endParaRPr lang="en-GB" dirty="0"/>
          </a:p>
        </p:txBody>
      </p:sp>
      <p:sp>
        <p:nvSpPr>
          <p:cNvPr id="4" name="Slide Image Placeholder 3"/>
          <p:cNvSpPr>
            <a:spLocks noGrp="1" noRot="1" noChangeAspect="1"/>
          </p:cNvSpPr>
          <p:nvPr>
            <p:ph type="sldImg" idx="2"/>
          </p:nvPr>
        </p:nvSpPr>
        <p:spPr>
          <a:xfrm>
            <a:off x="90488" y="744538"/>
            <a:ext cx="6616700" cy="3722687"/>
          </a:xfrm>
          <a:prstGeom prst="rect">
            <a:avLst/>
          </a:prstGeom>
          <a:noFill/>
          <a:ln w="12700">
            <a:solidFill>
              <a:prstClr val="black"/>
            </a:solidFill>
          </a:ln>
        </p:spPr>
        <p:txBody>
          <a:bodyPr vert="horz" lIns="95562" tIns="47781" rIns="95562" bIns="47781" rtlCol="0" anchor="ctr"/>
          <a:lstStyle/>
          <a:p>
            <a:endParaRPr lang="en-GB" dirty="0"/>
          </a:p>
        </p:txBody>
      </p:sp>
      <p:sp>
        <p:nvSpPr>
          <p:cNvPr id="5" name="Notes Placeholder 4"/>
          <p:cNvSpPr>
            <a:spLocks noGrp="1"/>
          </p:cNvSpPr>
          <p:nvPr>
            <p:ph type="body" sz="quarter" idx="3"/>
          </p:nvPr>
        </p:nvSpPr>
        <p:spPr>
          <a:xfrm>
            <a:off x="679768" y="4715153"/>
            <a:ext cx="5438140" cy="4466987"/>
          </a:xfrm>
          <a:prstGeom prst="rect">
            <a:avLst/>
          </a:prstGeom>
        </p:spPr>
        <p:txBody>
          <a:bodyPr vert="horz" lIns="95562" tIns="47781" rIns="95562" bIns="47781"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p:cNvSpPr>
            <a:spLocks noGrp="1"/>
          </p:cNvSpPr>
          <p:nvPr>
            <p:ph type="ftr" sz="quarter" idx="4"/>
          </p:nvPr>
        </p:nvSpPr>
        <p:spPr>
          <a:xfrm>
            <a:off x="0" y="9428584"/>
            <a:ext cx="2945659" cy="496332"/>
          </a:xfrm>
          <a:prstGeom prst="rect">
            <a:avLst/>
          </a:prstGeom>
        </p:spPr>
        <p:txBody>
          <a:bodyPr vert="horz" lIns="95562" tIns="47781" rIns="95562" bIns="47781" rtlCol="0" anchor="b"/>
          <a:lstStyle>
            <a:lvl1pPr algn="l">
              <a:defRPr sz="1300"/>
            </a:lvl1pPr>
          </a:lstStyle>
          <a:p>
            <a:endParaRPr lang="en-GB" dirty="0"/>
          </a:p>
        </p:txBody>
      </p:sp>
      <p:sp>
        <p:nvSpPr>
          <p:cNvPr id="7" name="Slide Number Placeholder 6"/>
          <p:cNvSpPr>
            <a:spLocks noGrp="1"/>
          </p:cNvSpPr>
          <p:nvPr>
            <p:ph type="sldNum" sz="quarter" idx="5"/>
          </p:nvPr>
        </p:nvSpPr>
        <p:spPr>
          <a:xfrm>
            <a:off x="3850443" y="9428584"/>
            <a:ext cx="2945659" cy="496332"/>
          </a:xfrm>
          <a:prstGeom prst="rect">
            <a:avLst/>
          </a:prstGeom>
        </p:spPr>
        <p:txBody>
          <a:bodyPr vert="horz" lIns="95562" tIns="47781" rIns="95562" bIns="47781" rtlCol="0" anchor="b"/>
          <a:lstStyle>
            <a:lvl1pPr algn="r">
              <a:defRPr sz="1300"/>
            </a:lvl1pPr>
          </a:lstStyle>
          <a:p>
            <a:fld id="{94F325E1-631E-4FFD-AF35-27D076BB57F2}" type="slidenum">
              <a:rPr lang="en-GB" smtClean="0"/>
              <a:pPr/>
              <a:t>‹Nr.›</a:t>
            </a:fld>
            <a:endParaRPr lang="en-GB" dirty="0"/>
          </a:p>
        </p:txBody>
      </p:sp>
    </p:spTree>
    <p:extLst>
      <p:ext uri="{BB962C8B-B14F-4D97-AF65-F5344CB8AC3E}">
        <p14:creationId xmlns:p14="http://schemas.microsoft.com/office/powerpoint/2010/main" val="1669669958"/>
      </p:ext>
    </p:extLst>
  </p:cSld>
  <p:clrMap bg1="lt1" tx1="dk1" bg2="lt2" tx2="dk2" accent1="accent1" accent2="accent2" accent3="accent3" accent4="accent4" accent5="accent5" accent6="accent6" hlink="hlink" folHlink="folHlink"/>
  <p:notesStyle>
    <a:lvl1pPr marL="0" algn="l" defTabSz="685584" rtl="0" eaLnBrk="1" latinLnBrk="0" hangingPunct="1">
      <a:defRPr sz="900" b="1" kern="1200">
        <a:solidFill>
          <a:schemeClr val="tx1"/>
        </a:solidFill>
        <a:latin typeface="Trebuchet MS" pitchFamily="34" charset="0"/>
        <a:ea typeface="+mn-ea"/>
        <a:cs typeface="+mn-cs"/>
      </a:defRPr>
    </a:lvl1pPr>
    <a:lvl2pPr marL="171427" indent="-171427" algn="l" defTabSz="685584" rtl="0" eaLnBrk="1" latinLnBrk="0" hangingPunct="1">
      <a:buFont typeface="Arial" pitchFamily="34" charset="0"/>
      <a:buChar char="•"/>
      <a:defRPr sz="900" kern="1200">
        <a:solidFill>
          <a:schemeClr val="tx1"/>
        </a:solidFill>
        <a:latin typeface="Trebuchet MS" pitchFamily="34" charset="0"/>
        <a:ea typeface="+mn-ea"/>
        <a:cs typeface="+mn-cs"/>
      </a:defRPr>
    </a:lvl2pPr>
    <a:lvl3pPr marL="404756" indent="-202378" algn="l" defTabSz="685584" rtl="0" eaLnBrk="1" latinLnBrk="0" hangingPunct="1">
      <a:buFont typeface="Symbol" pitchFamily="18" charset="2"/>
      <a:buChar char="-"/>
      <a:defRPr sz="900" kern="1200">
        <a:solidFill>
          <a:schemeClr val="tx1"/>
        </a:solidFill>
        <a:latin typeface="Trebuchet MS" pitchFamily="34" charset="0"/>
        <a:ea typeface="+mn-ea"/>
        <a:cs typeface="+mn-cs"/>
      </a:defRPr>
    </a:lvl3pPr>
    <a:lvl4pPr marL="404756" indent="-132142" algn="l" defTabSz="685584" rtl="0" eaLnBrk="1" latinLnBrk="0" hangingPunct="1">
      <a:defRPr sz="900" kern="1200">
        <a:solidFill>
          <a:schemeClr val="tx1"/>
        </a:solidFill>
        <a:latin typeface="Trebuchet MS" pitchFamily="34" charset="0"/>
        <a:ea typeface="+mn-ea"/>
        <a:cs typeface="+mn-cs"/>
      </a:defRPr>
    </a:lvl4pPr>
    <a:lvl5pPr marL="538088" indent="-133331" algn="l" defTabSz="685584" rtl="0" eaLnBrk="1" latinLnBrk="0" hangingPunct="1">
      <a:defRPr sz="900" kern="1200">
        <a:solidFill>
          <a:schemeClr val="tx1"/>
        </a:solidFill>
        <a:latin typeface="Trebuchet MS" pitchFamily="34" charset="0"/>
        <a:ea typeface="+mn-ea"/>
        <a:cs typeface="+mn-cs"/>
      </a:defRPr>
    </a:lvl5pPr>
    <a:lvl6pPr marL="1713959" algn="l" defTabSz="685584" rtl="0" eaLnBrk="1" latinLnBrk="0" hangingPunct="1">
      <a:defRPr sz="900" kern="1200">
        <a:solidFill>
          <a:schemeClr val="tx1"/>
        </a:solidFill>
        <a:latin typeface="+mn-lt"/>
        <a:ea typeface="+mn-ea"/>
        <a:cs typeface="+mn-cs"/>
      </a:defRPr>
    </a:lvl6pPr>
    <a:lvl7pPr marL="2056751" algn="l" defTabSz="685584" rtl="0" eaLnBrk="1" latinLnBrk="0" hangingPunct="1">
      <a:defRPr sz="900" kern="1200">
        <a:solidFill>
          <a:schemeClr val="tx1"/>
        </a:solidFill>
        <a:latin typeface="+mn-lt"/>
        <a:ea typeface="+mn-ea"/>
        <a:cs typeface="+mn-cs"/>
      </a:defRPr>
    </a:lvl7pPr>
    <a:lvl8pPr marL="2399543" algn="l" defTabSz="685584" rtl="0" eaLnBrk="1" latinLnBrk="0" hangingPunct="1">
      <a:defRPr sz="900" kern="1200">
        <a:solidFill>
          <a:schemeClr val="tx1"/>
        </a:solidFill>
        <a:latin typeface="+mn-lt"/>
        <a:ea typeface="+mn-ea"/>
        <a:cs typeface="+mn-cs"/>
      </a:defRPr>
    </a:lvl8pPr>
    <a:lvl9pPr marL="2742335" algn="l" defTabSz="685584"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171450" marR="0" lvl="0" indent="-171450" algn="l" defTabSz="68558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b="1" dirty="0">
                <a:solidFill>
                  <a:schemeClr val="tx2"/>
                </a:solidFill>
                <a:highlight>
                  <a:srgbClr val="FF0000"/>
                </a:highlight>
              </a:rPr>
              <a:t>Um Bilder in der Präsentation auszutauschen, löschen Sie das vorhandene Foto mit der Entfernentaste. Anschließend kann ein beliebiges Bild durch Klick auf das Platzhaltersymbol ausgewählt und platziert werden (und noch in den Hintergrund schieben).</a:t>
            </a:r>
          </a:p>
          <a:p>
            <a:pPr marL="171450" marR="0" lvl="0" indent="-171450" algn="l" defTabSz="685584"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de-DE" b="1" dirty="0">
              <a:solidFill>
                <a:schemeClr val="tx2"/>
              </a:solidFill>
              <a:highlight>
                <a:srgbClr val="FF0000"/>
              </a:highlight>
            </a:endParaRPr>
          </a:p>
          <a:p>
            <a:pPr marL="171450" marR="0" lvl="0" indent="-171450" algn="l" defTabSz="68558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dirty="0">
                <a:highlight>
                  <a:srgbClr val="FF0000"/>
                </a:highlight>
              </a:rPr>
              <a:t>Die Aufzählungspunkte sind mit „Wingdings 3“ formatiert.</a:t>
            </a:r>
          </a:p>
        </p:txBody>
      </p:sp>
      <p:sp>
        <p:nvSpPr>
          <p:cNvPr id="4" name="Foliennummernplatzhalter 3"/>
          <p:cNvSpPr>
            <a:spLocks noGrp="1"/>
          </p:cNvSpPr>
          <p:nvPr>
            <p:ph type="sldNum" sz="quarter" idx="10"/>
          </p:nvPr>
        </p:nvSpPr>
        <p:spPr/>
        <p:txBody>
          <a:bodyPr/>
          <a:lstStyle/>
          <a:p>
            <a:fld id="{94F325E1-631E-4FFD-AF35-27D076BB57F2}" type="slidenum">
              <a:rPr lang="de-DE" smtClean="0"/>
              <a:pPr/>
              <a:t>1</a:t>
            </a:fld>
            <a:endParaRPr lang="de-DE" dirty="0"/>
          </a:p>
        </p:txBody>
      </p:sp>
    </p:spTree>
    <p:extLst>
      <p:ext uri="{BB962C8B-B14F-4D97-AF65-F5344CB8AC3E}">
        <p14:creationId xmlns:p14="http://schemas.microsoft.com/office/powerpoint/2010/main" val="5403324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94F325E1-631E-4FFD-AF35-27D076BB57F2}" type="slidenum">
              <a:rPr lang="en-GB" smtClean="0"/>
              <a:pPr/>
              <a:t>7</a:t>
            </a:fld>
            <a:endParaRPr lang="en-GB"/>
          </a:p>
        </p:txBody>
      </p:sp>
    </p:spTree>
    <p:extLst>
      <p:ext uri="{BB962C8B-B14F-4D97-AF65-F5344CB8AC3E}">
        <p14:creationId xmlns:p14="http://schemas.microsoft.com/office/powerpoint/2010/main" val="28788330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94F325E1-631E-4FFD-AF35-27D076BB57F2}" type="slidenum">
              <a:rPr lang="en-GB" smtClean="0"/>
              <a:pPr/>
              <a:t>8</a:t>
            </a:fld>
            <a:endParaRPr lang="en-GB"/>
          </a:p>
        </p:txBody>
      </p:sp>
    </p:spTree>
    <p:extLst>
      <p:ext uri="{BB962C8B-B14F-4D97-AF65-F5344CB8AC3E}">
        <p14:creationId xmlns:p14="http://schemas.microsoft.com/office/powerpoint/2010/main" val="41167809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94F325E1-631E-4FFD-AF35-27D076BB57F2}" type="slidenum">
              <a:rPr lang="en-GB" smtClean="0"/>
              <a:pPr/>
              <a:t>11</a:t>
            </a:fld>
            <a:endParaRPr lang="en-GB"/>
          </a:p>
        </p:txBody>
      </p:sp>
    </p:spTree>
    <p:extLst>
      <p:ext uri="{BB962C8B-B14F-4D97-AF65-F5344CB8AC3E}">
        <p14:creationId xmlns:p14="http://schemas.microsoft.com/office/powerpoint/2010/main" val="28788330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01DECA7-B054-4003-9739-E7A50127F601}" type="slidenum">
              <a:rPr lang="en-US" smtClean="0"/>
              <a:t>18</a:t>
            </a:fld>
            <a:endParaRPr lang="en-US"/>
          </a:p>
        </p:txBody>
      </p:sp>
    </p:spTree>
    <p:extLst>
      <p:ext uri="{BB962C8B-B14F-4D97-AF65-F5344CB8AC3E}">
        <p14:creationId xmlns:p14="http://schemas.microsoft.com/office/powerpoint/2010/main" val="2041040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B29BE6D-563C-D77B-D304-8E37F2E40B8B}"/>
              </a:ext>
            </a:extLst>
          </p:cNvPr>
          <p:cNvSpPr>
            <a:spLocks noGrp="1"/>
          </p:cNvSpPr>
          <p:nvPr>
            <p:ph type="ctrTitle"/>
          </p:nvPr>
        </p:nvSpPr>
        <p:spPr>
          <a:xfrm>
            <a:off x="1143000" y="841375"/>
            <a:ext cx="6858000" cy="1790700"/>
          </a:xfrm>
        </p:spPr>
        <p:txBody>
          <a:bodyPr anchor="b"/>
          <a:lstStyle>
            <a:lvl1pPr algn="ctr">
              <a:defRPr sz="6000"/>
            </a:lvl1pPr>
          </a:lstStyle>
          <a:p>
            <a:r>
              <a:rPr lang="de-DE"/>
              <a:t>Mastertitelformat bearbeiten</a:t>
            </a:r>
          </a:p>
        </p:txBody>
      </p:sp>
      <p:sp>
        <p:nvSpPr>
          <p:cNvPr id="3" name="Untertitel 2">
            <a:extLst>
              <a:ext uri="{FF2B5EF4-FFF2-40B4-BE49-F238E27FC236}">
                <a16:creationId xmlns:a16="http://schemas.microsoft.com/office/drawing/2014/main" id="{486FB398-9E06-652C-A92A-8DC5F5EBE38A}"/>
              </a:ext>
            </a:extLst>
          </p:cNvPr>
          <p:cNvSpPr>
            <a:spLocks noGrp="1"/>
          </p:cNvSpPr>
          <p:nvPr>
            <p:ph type="subTitle" idx="1"/>
          </p:nvPr>
        </p:nvSpPr>
        <p:spPr>
          <a:xfrm>
            <a:off x="1143000" y="2701925"/>
            <a:ext cx="6858000" cy="12414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C859FEC6-F961-29BC-38EE-FED546AFE581}"/>
              </a:ext>
            </a:extLst>
          </p:cNvPr>
          <p:cNvSpPr>
            <a:spLocks noGrp="1"/>
          </p:cNvSpPr>
          <p:nvPr>
            <p:ph type="dt" sz="half" idx="10"/>
          </p:nvPr>
        </p:nvSpPr>
        <p:spPr/>
        <p:txBody>
          <a:bodyPr/>
          <a:lstStyle/>
          <a:p>
            <a:fld id="{167255D1-99C9-4D74-8997-EB319A0BA337}" type="datetimeFigureOut">
              <a:rPr lang="de-DE" smtClean="0"/>
              <a:t>07.05.2026</a:t>
            </a:fld>
            <a:endParaRPr lang="de-DE"/>
          </a:p>
        </p:txBody>
      </p:sp>
      <p:sp>
        <p:nvSpPr>
          <p:cNvPr id="5" name="Fußzeilenplatzhalter 4">
            <a:extLst>
              <a:ext uri="{FF2B5EF4-FFF2-40B4-BE49-F238E27FC236}">
                <a16:creationId xmlns:a16="http://schemas.microsoft.com/office/drawing/2014/main" id="{2CB20F75-6DAC-42C6-9DDA-429B85F76597}"/>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D075DEF8-AB5E-3CC4-F618-691E1436ADA7}"/>
              </a:ext>
            </a:extLst>
          </p:cNvPr>
          <p:cNvSpPr>
            <a:spLocks noGrp="1"/>
          </p:cNvSpPr>
          <p:nvPr>
            <p:ph type="sldNum" sz="quarter" idx="12"/>
          </p:nvPr>
        </p:nvSpPr>
        <p:spPr/>
        <p:txBody>
          <a:bodyPr/>
          <a:lstStyle/>
          <a:p>
            <a:fld id="{E52676EC-B68E-4BE8-A7D0-BDEE9585E15F}" type="slidenum">
              <a:rPr lang="de-DE" smtClean="0"/>
              <a:t>‹Nr.›</a:t>
            </a:fld>
            <a:endParaRPr lang="de-DE"/>
          </a:p>
        </p:txBody>
      </p:sp>
    </p:spTree>
    <p:extLst>
      <p:ext uri="{BB962C8B-B14F-4D97-AF65-F5344CB8AC3E}">
        <p14:creationId xmlns:p14="http://schemas.microsoft.com/office/powerpoint/2010/main" val="9223253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C2E5101-467C-2906-FB8B-45CCD7519FCD}"/>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7D2DC945-4924-A409-807B-49F62C5FBD47}"/>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C9276A44-C7A1-1A3E-79B6-ACFA38F4ED1C}"/>
              </a:ext>
            </a:extLst>
          </p:cNvPr>
          <p:cNvSpPr>
            <a:spLocks noGrp="1"/>
          </p:cNvSpPr>
          <p:nvPr>
            <p:ph type="dt" sz="half" idx="10"/>
          </p:nvPr>
        </p:nvSpPr>
        <p:spPr/>
        <p:txBody>
          <a:bodyPr/>
          <a:lstStyle/>
          <a:p>
            <a:fld id="{167255D1-99C9-4D74-8997-EB319A0BA337}" type="datetimeFigureOut">
              <a:rPr lang="de-DE" smtClean="0"/>
              <a:t>07.05.2026</a:t>
            </a:fld>
            <a:endParaRPr lang="de-DE"/>
          </a:p>
        </p:txBody>
      </p:sp>
      <p:sp>
        <p:nvSpPr>
          <p:cNvPr id="5" name="Fußzeilenplatzhalter 4">
            <a:extLst>
              <a:ext uri="{FF2B5EF4-FFF2-40B4-BE49-F238E27FC236}">
                <a16:creationId xmlns:a16="http://schemas.microsoft.com/office/drawing/2014/main" id="{9827F220-B34C-3F55-D435-357179E73C92}"/>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F19D3B8B-17EB-0A4F-104D-7BB9D50D4B38}"/>
              </a:ext>
            </a:extLst>
          </p:cNvPr>
          <p:cNvSpPr>
            <a:spLocks noGrp="1"/>
          </p:cNvSpPr>
          <p:nvPr>
            <p:ph type="sldNum" sz="quarter" idx="12"/>
          </p:nvPr>
        </p:nvSpPr>
        <p:spPr/>
        <p:txBody>
          <a:bodyPr/>
          <a:lstStyle/>
          <a:p>
            <a:fld id="{E52676EC-B68E-4BE8-A7D0-BDEE9585E15F}" type="slidenum">
              <a:rPr lang="de-DE" smtClean="0"/>
              <a:t>‹Nr.›</a:t>
            </a:fld>
            <a:endParaRPr lang="de-DE"/>
          </a:p>
        </p:txBody>
      </p:sp>
    </p:spTree>
    <p:extLst>
      <p:ext uri="{BB962C8B-B14F-4D97-AF65-F5344CB8AC3E}">
        <p14:creationId xmlns:p14="http://schemas.microsoft.com/office/powerpoint/2010/main" val="10052225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05D21FE-A5FA-D44E-117B-9873E6B7539C}"/>
              </a:ext>
            </a:extLst>
          </p:cNvPr>
          <p:cNvSpPr>
            <a:spLocks noGrp="1"/>
          </p:cNvSpPr>
          <p:nvPr>
            <p:ph type="title"/>
          </p:nvPr>
        </p:nvSpPr>
        <p:spPr>
          <a:xfrm>
            <a:off x="623888" y="1282700"/>
            <a:ext cx="7886700" cy="2139950"/>
          </a:xfrm>
        </p:spPr>
        <p:txBody>
          <a:bodyPr anchor="b"/>
          <a:lstStyle>
            <a:lvl1pPr>
              <a:defRPr sz="6000"/>
            </a:lvl1pPr>
          </a:lstStyle>
          <a:p>
            <a:r>
              <a:rPr lang="de-DE"/>
              <a:t>Mastertitelformat bearbeiten</a:t>
            </a:r>
          </a:p>
        </p:txBody>
      </p:sp>
      <p:sp>
        <p:nvSpPr>
          <p:cNvPr id="3" name="Textplatzhalter 2">
            <a:extLst>
              <a:ext uri="{FF2B5EF4-FFF2-40B4-BE49-F238E27FC236}">
                <a16:creationId xmlns:a16="http://schemas.microsoft.com/office/drawing/2014/main" id="{4F0B2A47-199E-270F-6794-19A53EB171B2}"/>
              </a:ext>
            </a:extLst>
          </p:cNvPr>
          <p:cNvSpPr>
            <a:spLocks noGrp="1"/>
          </p:cNvSpPr>
          <p:nvPr>
            <p:ph type="body" idx="1"/>
          </p:nvPr>
        </p:nvSpPr>
        <p:spPr>
          <a:xfrm>
            <a:off x="623888" y="3441700"/>
            <a:ext cx="7886700" cy="1125538"/>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FD3E1144-2559-971D-1197-80772DB9AE03}"/>
              </a:ext>
            </a:extLst>
          </p:cNvPr>
          <p:cNvSpPr>
            <a:spLocks noGrp="1"/>
          </p:cNvSpPr>
          <p:nvPr>
            <p:ph type="dt" sz="half" idx="10"/>
          </p:nvPr>
        </p:nvSpPr>
        <p:spPr/>
        <p:txBody>
          <a:bodyPr/>
          <a:lstStyle/>
          <a:p>
            <a:fld id="{167255D1-99C9-4D74-8997-EB319A0BA337}" type="datetimeFigureOut">
              <a:rPr lang="de-DE" smtClean="0"/>
              <a:t>07.05.2026</a:t>
            </a:fld>
            <a:endParaRPr lang="de-DE"/>
          </a:p>
        </p:txBody>
      </p:sp>
      <p:sp>
        <p:nvSpPr>
          <p:cNvPr id="5" name="Fußzeilenplatzhalter 4">
            <a:extLst>
              <a:ext uri="{FF2B5EF4-FFF2-40B4-BE49-F238E27FC236}">
                <a16:creationId xmlns:a16="http://schemas.microsoft.com/office/drawing/2014/main" id="{3C00DCE2-37E0-8931-4D5E-E875AE1238D3}"/>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28A372EB-99A7-51F0-D7DE-10A3CEB7B8B8}"/>
              </a:ext>
            </a:extLst>
          </p:cNvPr>
          <p:cNvSpPr>
            <a:spLocks noGrp="1"/>
          </p:cNvSpPr>
          <p:nvPr>
            <p:ph type="sldNum" sz="quarter" idx="12"/>
          </p:nvPr>
        </p:nvSpPr>
        <p:spPr/>
        <p:txBody>
          <a:bodyPr/>
          <a:lstStyle/>
          <a:p>
            <a:fld id="{E52676EC-B68E-4BE8-A7D0-BDEE9585E15F}" type="slidenum">
              <a:rPr lang="de-DE" smtClean="0"/>
              <a:t>‹Nr.›</a:t>
            </a:fld>
            <a:endParaRPr lang="de-DE"/>
          </a:p>
        </p:txBody>
      </p:sp>
    </p:spTree>
    <p:extLst>
      <p:ext uri="{BB962C8B-B14F-4D97-AF65-F5344CB8AC3E}">
        <p14:creationId xmlns:p14="http://schemas.microsoft.com/office/powerpoint/2010/main" val="28922058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7FFAC6A-54AA-DB78-C91A-CD43CB2DF84F}"/>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5F20F5E2-2747-9501-B998-A8B139550E42}"/>
              </a:ext>
            </a:extLst>
          </p:cNvPr>
          <p:cNvSpPr>
            <a:spLocks noGrp="1"/>
          </p:cNvSpPr>
          <p:nvPr>
            <p:ph sz="half" idx="1"/>
          </p:nvPr>
        </p:nvSpPr>
        <p:spPr>
          <a:xfrm>
            <a:off x="628650" y="1370013"/>
            <a:ext cx="3867150" cy="3262312"/>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D1073D84-50A8-3B53-C1E3-DA338668E54B}"/>
              </a:ext>
            </a:extLst>
          </p:cNvPr>
          <p:cNvSpPr>
            <a:spLocks noGrp="1"/>
          </p:cNvSpPr>
          <p:nvPr>
            <p:ph sz="half" idx="2"/>
          </p:nvPr>
        </p:nvSpPr>
        <p:spPr>
          <a:xfrm>
            <a:off x="4648200" y="1370013"/>
            <a:ext cx="3867150" cy="3262312"/>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4D9F1788-D0EE-B0DE-3266-75E5C65D6545}"/>
              </a:ext>
            </a:extLst>
          </p:cNvPr>
          <p:cNvSpPr>
            <a:spLocks noGrp="1"/>
          </p:cNvSpPr>
          <p:nvPr>
            <p:ph type="dt" sz="half" idx="10"/>
          </p:nvPr>
        </p:nvSpPr>
        <p:spPr/>
        <p:txBody>
          <a:bodyPr/>
          <a:lstStyle/>
          <a:p>
            <a:fld id="{167255D1-99C9-4D74-8997-EB319A0BA337}" type="datetimeFigureOut">
              <a:rPr lang="de-DE" smtClean="0"/>
              <a:t>07.05.2026</a:t>
            </a:fld>
            <a:endParaRPr lang="de-DE"/>
          </a:p>
        </p:txBody>
      </p:sp>
      <p:sp>
        <p:nvSpPr>
          <p:cNvPr id="6" name="Fußzeilenplatzhalter 5">
            <a:extLst>
              <a:ext uri="{FF2B5EF4-FFF2-40B4-BE49-F238E27FC236}">
                <a16:creationId xmlns:a16="http://schemas.microsoft.com/office/drawing/2014/main" id="{892C929E-5E91-0B7A-4F0C-12116B3179ED}"/>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BF82C86D-FDD5-B3F5-A0CD-7005B319896D}"/>
              </a:ext>
            </a:extLst>
          </p:cNvPr>
          <p:cNvSpPr>
            <a:spLocks noGrp="1"/>
          </p:cNvSpPr>
          <p:nvPr>
            <p:ph type="sldNum" sz="quarter" idx="12"/>
          </p:nvPr>
        </p:nvSpPr>
        <p:spPr/>
        <p:txBody>
          <a:bodyPr/>
          <a:lstStyle/>
          <a:p>
            <a:fld id="{E52676EC-B68E-4BE8-A7D0-BDEE9585E15F}" type="slidenum">
              <a:rPr lang="de-DE" smtClean="0"/>
              <a:t>‹Nr.›</a:t>
            </a:fld>
            <a:endParaRPr lang="de-DE"/>
          </a:p>
        </p:txBody>
      </p:sp>
    </p:spTree>
    <p:extLst>
      <p:ext uri="{BB962C8B-B14F-4D97-AF65-F5344CB8AC3E}">
        <p14:creationId xmlns:p14="http://schemas.microsoft.com/office/powerpoint/2010/main" val="2321076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746E88B-8774-ADD0-F88F-7DFD4F32EE58}"/>
              </a:ext>
            </a:extLst>
          </p:cNvPr>
          <p:cNvSpPr>
            <a:spLocks noGrp="1"/>
          </p:cNvSpPr>
          <p:nvPr>
            <p:ph type="title"/>
          </p:nvPr>
        </p:nvSpPr>
        <p:spPr>
          <a:xfrm>
            <a:off x="630238" y="274638"/>
            <a:ext cx="7886700" cy="993775"/>
          </a:xfrm>
        </p:spPr>
        <p:txBody>
          <a:bodyPr/>
          <a:lstStyle/>
          <a:p>
            <a:r>
              <a:rPr lang="de-DE"/>
              <a:t>Mastertitelformat bearbeiten</a:t>
            </a:r>
          </a:p>
        </p:txBody>
      </p:sp>
      <p:sp>
        <p:nvSpPr>
          <p:cNvPr id="3" name="Textplatzhalter 2">
            <a:extLst>
              <a:ext uri="{FF2B5EF4-FFF2-40B4-BE49-F238E27FC236}">
                <a16:creationId xmlns:a16="http://schemas.microsoft.com/office/drawing/2014/main" id="{82A4F2BD-E983-A441-E026-F4F1C634B421}"/>
              </a:ext>
            </a:extLst>
          </p:cNvPr>
          <p:cNvSpPr>
            <a:spLocks noGrp="1"/>
          </p:cNvSpPr>
          <p:nvPr>
            <p:ph type="body" idx="1"/>
          </p:nvPr>
        </p:nvSpPr>
        <p:spPr>
          <a:xfrm>
            <a:off x="630238" y="1260475"/>
            <a:ext cx="3868737"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63AEEA5B-497D-C6D2-3DE8-CFB71E62309E}"/>
              </a:ext>
            </a:extLst>
          </p:cNvPr>
          <p:cNvSpPr>
            <a:spLocks noGrp="1"/>
          </p:cNvSpPr>
          <p:nvPr>
            <p:ph sz="half" idx="2"/>
          </p:nvPr>
        </p:nvSpPr>
        <p:spPr>
          <a:xfrm>
            <a:off x="630238" y="1879600"/>
            <a:ext cx="3868737" cy="276225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B5FB8DB7-E92D-9EC6-8547-623EC0433549}"/>
              </a:ext>
            </a:extLst>
          </p:cNvPr>
          <p:cNvSpPr>
            <a:spLocks noGrp="1"/>
          </p:cNvSpPr>
          <p:nvPr>
            <p:ph type="body" sz="quarter" idx="3"/>
          </p:nvPr>
        </p:nvSpPr>
        <p:spPr>
          <a:xfrm>
            <a:off x="4629150" y="1260475"/>
            <a:ext cx="3887788"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E3EDA081-0D18-2B34-6D97-228D3C4EA1D1}"/>
              </a:ext>
            </a:extLst>
          </p:cNvPr>
          <p:cNvSpPr>
            <a:spLocks noGrp="1"/>
          </p:cNvSpPr>
          <p:nvPr>
            <p:ph sz="quarter" idx="4"/>
          </p:nvPr>
        </p:nvSpPr>
        <p:spPr>
          <a:xfrm>
            <a:off x="4629150" y="1879600"/>
            <a:ext cx="3887788" cy="276225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a:extLst>
              <a:ext uri="{FF2B5EF4-FFF2-40B4-BE49-F238E27FC236}">
                <a16:creationId xmlns:a16="http://schemas.microsoft.com/office/drawing/2014/main" id="{93A4D098-CAB9-C9C0-81F0-73868F194933}"/>
              </a:ext>
            </a:extLst>
          </p:cNvPr>
          <p:cNvSpPr>
            <a:spLocks noGrp="1"/>
          </p:cNvSpPr>
          <p:nvPr>
            <p:ph type="dt" sz="half" idx="10"/>
          </p:nvPr>
        </p:nvSpPr>
        <p:spPr/>
        <p:txBody>
          <a:bodyPr/>
          <a:lstStyle/>
          <a:p>
            <a:fld id="{167255D1-99C9-4D74-8997-EB319A0BA337}" type="datetimeFigureOut">
              <a:rPr lang="de-DE" smtClean="0"/>
              <a:t>07.05.2026</a:t>
            </a:fld>
            <a:endParaRPr lang="de-DE"/>
          </a:p>
        </p:txBody>
      </p:sp>
      <p:sp>
        <p:nvSpPr>
          <p:cNvPr id="8" name="Fußzeilenplatzhalter 7">
            <a:extLst>
              <a:ext uri="{FF2B5EF4-FFF2-40B4-BE49-F238E27FC236}">
                <a16:creationId xmlns:a16="http://schemas.microsoft.com/office/drawing/2014/main" id="{072D8F73-8F4F-B20F-A252-58F9B083745F}"/>
              </a:ext>
            </a:extLst>
          </p:cNvPr>
          <p:cNvSpPr>
            <a:spLocks noGrp="1"/>
          </p:cNvSpPr>
          <p:nvPr>
            <p:ph type="ftr" sz="quarter" idx="11"/>
          </p:nvPr>
        </p:nvSpPr>
        <p:spPr/>
        <p:txBody>
          <a:bodyPr/>
          <a:lstStyle/>
          <a:p>
            <a:endParaRPr lang="de-DE"/>
          </a:p>
        </p:txBody>
      </p:sp>
      <p:sp>
        <p:nvSpPr>
          <p:cNvPr id="9" name="Foliennummernplatzhalter 8">
            <a:extLst>
              <a:ext uri="{FF2B5EF4-FFF2-40B4-BE49-F238E27FC236}">
                <a16:creationId xmlns:a16="http://schemas.microsoft.com/office/drawing/2014/main" id="{9B5FD9E5-1B26-55AD-54DD-AAA1DCE1A40D}"/>
              </a:ext>
            </a:extLst>
          </p:cNvPr>
          <p:cNvSpPr>
            <a:spLocks noGrp="1"/>
          </p:cNvSpPr>
          <p:nvPr>
            <p:ph type="sldNum" sz="quarter" idx="12"/>
          </p:nvPr>
        </p:nvSpPr>
        <p:spPr/>
        <p:txBody>
          <a:bodyPr/>
          <a:lstStyle/>
          <a:p>
            <a:fld id="{E52676EC-B68E-4BE8-A7D0-BDEE9585E15F}" type="slidenum">
              <a:rPr lang="de-DE" smtClean="0"/>
              <a:t>‹Nr.›</a:t>
            </a:fld>
            <a:endParaRPr lang="de-DE"/>
          </a:p>
        </p:txBody>
      </p:sp>
    </p:spTree>
    <p:extLst>
      <p:ext uri="{BB962C8B-B14F-4D97-AF65-F5344CB8AC3E}">
        <p14:creationId xmlns:p14="http://schemas.microsoft.com/office/powerpoint/2010/main" val="15956160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70F8DD8-37D4-4571-A8E0-5F5461A250B9}"/>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2D084D92-A9B4-BB0A-2868-0FB7F1EF9B2E}"/>
              </a:ext>
            </a:extLst>
          </p:cNvPr>
          <p:cNvSpPr>
            <a:spLocks noGrp="1"/>
          </p:cNvSpPr>
          <p:nvPr>
            <p:ph type="dt" sz="half" idx="10"/>
          </p:nvPr>
        </p:nvSpPr>
        <p:spPr/>
        <p:txBody>
          <a:bodyPr/>
          <a:lstStyle/>
          <a:p>
            <a:fld id="{167255D1-99C9-4D74-8997-EB319A0BA337}" type="datetimeFigureOut">
              <a:rPr lang="de-DE" smtClean="0"/>
              <a:t>07.05.2026</a:t>
            </a:fld>
            <a:endParaRPr lang="de-DE"/>
          </a:p>
        </p:txBody>
      </p:sp>
      <p:sp>
        <p:nvSpPr>
          <p:cNvPr id="4" name="Fußzeilenplatzhalter 3">
            <a:extLst>
              <a:ext uri="{FF2B5EF4-FFF2-40B4-BE49-F238E27FC236}">
                <a16:creationId xmlns:a16="http://schemas.microsoft.com/office/drawing/2014/main" id="{BBE19875-6D22-CE2D-0AF5-00384334B7AA}"/>
              </a:ext>
            </a:extLst>
          </p:cNvPr>
          <p:cNvSpPr>
            <a:spLocks noGrp="1"/>
          </p:cNvSpPr>
          <p:nvPr>
            <p:ph type="ftr" sz="quarter" idx="11"/>
          </p:nvPr>
        </p:nvSpPr>
        <p:spPr/>
        <p:txBody>
          <a:bodyPr/>
          <a:lstStyle/>
          <a:p>
            <a:endParaRPr lang="de-DE"/>
          </a:p>
        </p:txBody>
      </p:sp>
      <p:sp>
        <p:nvSpPr>
          <p:cNvPr id="5" name="Foliennummernplatzhalter 4">
            <a:extLst>
              <a:ext uri="{FF2B5EF4-FFF2-40B4-BE49-F238E27FC236}">
                <a16:creationId xmlns:a16="http://schemas.microsoft.com/office/drawing/2014/main" id="{FD2F04F4-43FF-930B-E91F-477036455DCE}"/>
              </a:ext>
            </a:extLst>
          </p:cNvPr>
          <p:cNvSpPr>
            <a:spLocks noGrp="1"/>
          </p:cNvSpPr>
          <p:nvPr>
            <p:ph type="sldNum" sz="quarter" idx="12"/>
          </p:nvPr>
        </p:nvSpPr>
        <p:spPr/>
        <p:txBody>
          <a:bodyPr/>
          <a:lstStyle/>
          <a:p>
            <a:fld id="{E52676EC-B68E-4BE8-A7D0-BDEE9585E15F}" type="slidenum">
              <a:rPr lang="de-DE" smtClean="0"/>
              <a:t>‹Nr.›</a:t>
            </a:fld>
            <a:endParaRPr lang="de-DE"/>
          </a:p>
        </p:txBody>
      </p:sp>
    </p:spTree>
    <p:extLst>
      <p:ext uri="{BB962C8B-B14F-4D97-AF65-F5344CB8AC3E}">
        <p14:creationId xmlns:p14="http://schemas.microsoft.com/office/powerpoint/2010/main" val="37464443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8D74C97E-1AFD-73E8-4421-FF2841C905A8}"/>
              </a:ext>
            </a:extLst>
          </p:cNvPr>
          <p:cNvSpPr>
            <a:spLocks noGrp="1"/>
          </p:cNvSpPr>
          <p:nvPr>
            <p:ph type="dt" sz="half" idx="10"/>
          </p:nvPr>
        </p:nvSpPr>
        <p:spPr/>
        <p:txBody>
          <a:bodyPr/>
          <a:lstStyle/>
          <a:p>
            <a:fld id="{167255D1-99C9-4D74-8997-EB319A0BA337}" type="datetimeFigureOut">
              <a:rPr lang="de-DE" smtClean="0"/>
              <a:t>07.05.2026</a:t>
            </a:fld>
            <a:endParaRPr lang="de-DE"/>
          </a:p>
        </p:txBody>
      </p:sp>
      <p:sp>
        <p:nvSpPr>
          <p:cNvPr id="3" name="Fußzeilenplatzhalter 2">
            <a:extLst>
              <a:ext uri="{FF2B5EF4-FFF2-40B4-BE49-F238E27FC236}">
                <a16:creationId xmlns:a16="http://schemas.microsoft.com/office/drawing/2014/main" id="{414632FE-76A1-22CF-E2A5-75DDEAB35B62}"/>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BD707739-248A-6A9A-42EB-820EA4886E9A}"/>
              </a:ext>
            </a:extLst>
          </p:cNvPr>
          <p:cNvSpPr>
            <a:spLocks noGrp="1"/>
          </p:cNvSpPr>
          <p:nvPr>
            <p:ph type="sldNum" sz="quarter" idx="12"/>
          </p:nvPr>
        </p:nvSpPr>
        <p:spPr/>
        <p:txBody>
          <a:bodyPr/>
          <a:lstStyle/>
          <a:p>
            <a:fld id="{E52676EC-B68E-4BE8-A7D0-BDEE9585E15F}" type="slidenum">
              <a:rPr lang="de-DE" smtClean="0"/>
              <a:t>‹Nr.›</a:t>
            </a:fld>
            <a:endParaRPr lang="de-DE"/>
          </a:p>
        </p:txBody>
      </p:sp>
    </p:spTree>
    <p:extLst>
      <p:ext uri="{BB962C8B-B14F-4D97-AF65-F5344CB8AC3E}">
        <p14:creationId xmlns:p14="http://schemas.microsoft.com/office/powerpoint/2010/main" val="34094446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5EF2EF2-9245-9077-2674-CFAE772F75AF}"/>
              </a:ext>
            </a:extLst>
          </p:cNvPr>
          <p:cNvSpPr>
            <a:spLocks noGrp="1"/>
          </p:cNvSpPr>
          <p:nvPr>
            <p:ph type="title"/>
          </p:nvPr>
        </p:nvSpPr>
        <p:spPr>
          <a:xfrm>
            <a:off x="630238" y="342900"/>
            <a:ext cx="2949575" cy="1200150"/>
          </a:xfrm>
        </p:spPr>
        <p:txBody>
          <a:bodyPr anchor="b"/>
          <a:lstStyle>
            <a:lvl1pPr>
              <a:defRPr sz="3200"/>
            </a:lvl1pPr>
          </a:lstStyle>
          <a:p>
            <a:r>
              <a:rPr lang="de-DE"/>
              <a:t>Mastertitelformat bearbeiten</a:t>
            </a:r>
          </a:p>
        </p:txBody>
      </p:sp>
      <p:sp>
        <p:nvSpPr>
          <p:cNvPr id="3" name="Inhaltsplatzhalter 2">
            <a:extLst>
              <a:ext uri="{FF2B5EF4-FFF2-40B4-BE49-F238E27FC236}">
                <a16:creationId xmlns:a16="http://schemas.microsoft.com/office/drawing/2014/main" id="{6874C25F-4249-0013-60C0-7DC82C634A8C}"/>
              </a:ext>
            </a:extLst>
          </p:cNvPr>
          <p:cNvSpPr>
            <a:spLocks noGrp="1"/>
          </p:cNvSpPr>
          <p:nvPr>
            <p:ph idx="1"/>
          </p:nvPr>
        </p:nvSpPr>
        <p:spPr>
          <a:xfrm>
            <a:off x="3887788" y="741363"/>
            <a:ext cx="4629150" cy="36544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a:extLst>
              <a:ext uri="{FF2B5EF4-FFF2-40B4-BE49-F238E27FC236}">
                <a16:creationId xmlns:a16="http://schemas.microsoft.com/office/drawing/2014/main" id="{AC741ADF-CA7C-DB1A-CA22-50DF84137848}"/>
              </a:ext>
            </a:extLst>
          </p:cNvPr>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1D9B6DEF-6F67-E860-B253-8A60A8F3F70B}"/>
              </a:ext>
            </a:extLst>
          </p:cNvPr>
          <p:cNvSpPr>
            <a:spLocks noGrp="1"/>
          </p:cNvSpPr>
          <p:nvPr>
            <p:ph type="dt" sz="half" idx="10"/>
          </p:nvPr>
        </p:nvSpPr>
        <p:spPr/>
        <p:txBody>
          <a:bodyPr/>
          <a:lstStyle/>
          <a:p>
            <a:fld id="{167255D1-99C9-4D74-8997-EB319A0BA337}" type="datetimeFigureOut">
              <a:rPr lang="de-DE" smtClean="0"/>
              <a:t>07.05.2026</a:t>
            </a:fld>
            <a:endParaRPr lang="de-DE"/>
          </a:p>
        </p:txBody>
      </p:sp>
      <p:sp>
        <p:nvSpPr>
          <p:cNvPr id="6" name="Fußzeilenplatzhalter 5">
            <a:extLst>
              <a:ext uri="{FF2B5EF4-FFF2-40B4-BE49-F238E27FC236}">
                <a16:creationId xmlns:a16="http://schemas.microsoft.com/office/drawing/2014/main" id="{75BF4538-0859-38C9-C264-E89D9F8E0C6E}"/>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E114AF4F-F7E3-A521-42AF-9AF23D0C70F4}"/>
              </a:ext>
            </a:extLst>
          </p:cNvPr>
          <p:cNvSpPr>
            <a:spLocks noGrp="1"/>
          </p:cNvSpPr>
          <p:nvPr>
            <p:ph type="sldNum" sz="quarter" idx="12"/>
          </p:nvPr>
        </p:nvSpPr>
        <p:spPr/>
        <p:txBody>
          <a:bodyPr/>
          <a:lstStyle/>
          <a:p>
            <a:fld id="{E52676EC-B68E-4BE8-A7D0-BDEE9585E15F}" type="slidenum">
              <a:rPr lang="de-DE" smtClean="0"/>
              <a:t>‹Nr.›</a:t>
            </a:fld>
            <a:endParaRPr lang="de-DE"/>
          </a:p>
        </p:txBody>
      </p:sp>
    </p:spTree>
    <p:extLst>
      <p:ext uri="{BB962C8B-B14F-4D97-AF65-F5344CB8AC3E}">
        <p14:creationId xmlns:p14="http://schemas.microsoft.com/office/powerpoint/2010/main" val="5651128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98912C1-7775-4368-FAF4-A88528BE1151}"/>
              </a:ext>
            </a:extLst>
          </p:cNvPr>
          <p:cNvSpPr>
            <a:spLocks noGrp="1"/>
          </p:cNvSpPr>
          <p:nvPr>
            <p:ph type="title"/>
          </p:nvPr>
        </p:nvSpPr>
        <p:spPr>
          <a:xfrm>
            <a:off x="630238" y="342900"/>
            <a:ext cx="2949575" cy="1200150"/>
          </a:xfrm>
        </p:spPr>
        <p:txBody>
          <a:bodyPr anchor="b"/>
          <a:lstStyle>
            <a:lvl1pPr>
              <a:defRPr sz="3200"/>
            </a:lvl1pPr>
          </a:lstStyle>
          <a:p>
            <a:r>
              <a:rPr lang="de-DE"/>
              <a:t>Mastertitelformat bearbeiten</a:t>
            </a:r>
          </a:p>
        </p:txBody>
      </p:sp>
      <p:sp>
        <p:nvSpPr>
          <p:cNvPr id="3" name="Bildplatzhalter 2">
            <a:extLst>
              <a:ext uri="{FF2B5EF4-FFF2-40B4-BE49-F238E27FC236}">
                <a16:creationId xmlns:a16="http://schemas.microsoft.com/office/drawing/2014/main" id="{1EADDA52-D4AF-917C-570E-0DE4B6B55F60}"/>
              </a:ext>
            </a:extLst>
          </p:cNvPr>
          <p:cNvSpPr>
            <a:spLocks noGrp="1"/>
          </p:cNvSpPr>
          <p:nvPr>
            <p:ph type="pic" idx="1"/>
          </p:nvPr>
        </p:nvSpPr>
        <p:spPr>
          <a:xfrm>
            <a:off x="3887788" y="741363"/>
            <a:ext cx="4629150" cy="36544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a:extLst>
              <a:ext uri="{FF2B5EF4-FFF2-40B4-BE49-F238E27FC236}">
                <a16:creationId xmlns:a16="http://schemas.microsoft.com/office/drawing/2014/main" id="{872036B4-7186-3EAE-5037-E7FB5CEDFE55}"/>
              </a:ext>
            </a:extLst>
          </p:cNvPr>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17341E77-5258-FB1C-EF60-509D2D519610}"/>
              </a:ext>
            </a:extLst>
          </p:cNvPr>
          <p:cNvSpPr>
            <a:spLocks noGrp="1"/>
          </p:cNvSpPr>
          <p:nvPr>
            <p:ph type="dt" sz="half" idx="10"/>
          </p:nvPr>
        </p:nvSpPr>
        <p:spPr/>
        <p:txBody>
          <a:bodyPr/>
          <a:lstStyle/>
          <a:p>
            <a:fld id="{167255D1-99C9-4D74-8997-EB319A0BA337}" type="datetimeFigureOut">
              <a:rPr lang="de-DE" smtClean="0"/>
              <a:t>07.05.2026</a:t>
            </a:fld>
            <a:endParaRPr lang="de-DE"/>
          </a:p>
        </p:txBody>
      </p:sp>
      <p:sp>
        <p:nvSpPr>
          <p:cNvPr id="6" name="Fußzeilenplatzhalter 5">
            <a:extLst>
              <a:ext uri="{FF2B5EF4-FFF2-40B4-BE49-F238E27FC236}">
                <a16:creationId xmlns:a16="http://schemas.microsoft.com/office/drawing/2014/main" id="{CC10265A-F6F9-3A32-41E6-BB0E9FE72018}"/>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2A3D2B70-AC1D-5F3C-0B1A-CBD37F17BAFC}"/>
              </a:ext>
            </a:extLst>
          </p:cNvPr>
          <p:cNvSpPr>
            <a:spLocks noGrp="1"/>
          </p:cNvSpPr>
          <p:nvPr>
            <p:ph type="sldNum" sz="quarter" idx="12"/>
          </p:nvPr>
        </p:nvSpPr>
        <p:spPr/>
        <p:txBody>
          <a:bodyPr/>
          <a:lstStyle/>
          <a:p>
            <a:fld id="{E52676EC-B68E-4BE8-A7D0-BDEE9585E15F}" type="slidenum">
              <a:rPr lang="de-DE" smtClean="0"/>
              <a:t>‹Nr.›</a:t>
            </a:fld>
            <a:endParaRPr lang="de-DE"/>
          </a:p>
        </p:txBody>
      </p:sp>
    </p:spTree>
    <p:extLst>
      <p:ext uri="{BB962C8B-B14F-4D97-AF65-F5344CB8AC3E}">
        <p14:creationId xmlns:p14="http://schemas.microsoft.com/office/powerpoint/2010/main" val="23407144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8265195-C87F-CBB3-E0DA-D4C2A9613959}"/>
              </a:ext>
            </a:extLst>
          </p:cNvPr>
          <p:cNvSpPr>
            <a:spLocks noGrp="1"/>
          </p:cNvSpPr>
          <p:nvPr>
            <p:ph type="title"/>
          </p:nvPr>
        </p:nvSpPr>
        <p:spPr/>
        <p:txBody>
          <a:bodyPr/>
          <a:lstStyle/>
          <a:p>
            <a:r>
              <a:rPr lang="de-DE"/>
              <a:t>Mastertitelformat bearbeiten</a:t>
            </a:r>
          </a:p>
        </p:txBody>
      </p:sp>
      <p:sp>
        <p:nvSpPr>
          <p:cNvPr id="3" name="Vertikaler Textplatzhalter 2">
            <a:extLst>
              <a:ext uri="{FF2B5EF4-FFF2-40B4-BE49-F238E27FC236}">
                <a16:creationId xmlns:a16="http://schemas.microsoft.com/office/drawing/2014/main" id="{80AEC57B-C327-C9A7-5220-DC7D30AF8E76}"/>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307296D1-CC8D-BF5C-DCCF-083A98320236}"/>
              </a:ext>
            </a:extLst>
          </p:cNvPr>
          <p:cNvSpPr>
            <a:spLocks noGrp="1"/>
          </p:cNvSpPr>
          <p:nvPr>
            <p:ph type="dt" sz="half" idx="10"/>
          </p:nvPr>
        </p:nvSpPr>
        <p:spPr/>
        <p:txBody>
          <a:bodyPr/>
          <a:lstStyle/>
          <a:p>
            <a:fld id="{167255D1-99C9-4D74-8997-EB319A0BA337}" type="datetimeFigureOut">
              <a:rPr lang="de-DE" smtClean="0"/>
              <a:t>07.05.2026</a:t>
            </a:fld>
            <a:endParaRPr lang="de-DE"/>
          </a:p>
        </p:txBody>
      </p:sp>
      <p:sp>
        <p:nvSpPr>
          <p:cNvPr id="5" name="Fußzeilenplatzhalter 4">
            <a:extLst>
              <a:ext uri="{FF2B5EF4-FFF2-40B4-BE49-F238E27FC236}">
                <a16:creationId xmlns:a16="http://schemas.microsoft.com/office/drawing/2014/main" id="{C644E66F-C0B3-2F7A-BCD7-6BB8E8E01E4C}"/>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26C91AB5-E5F1-2323-5BD8-4ED5F3CA045B}"/>
              </a:ext>
            </a:extLst>
          </p:cNvPr>
          <p:cNvSpPr>
            <a:spLocks noGrp="1"/>
          </p:cNvSpPr>
          <p:nvPr>
            <p:ph type="sldNum" sz="quarter" idx="12"/>
          </p:nvPr>
        </p:nvSpPr>
        <p:spPr/>
        <p:txBody>
          <a:bodyPr/>
          <a:lstStyle/>
          <a:p>
            <a:fld id="{E52676EC-B68E-4BE8-A7D0-BDEE9585E15F}" type="slidenum">
              <a:rPr lang="de-DE" smtClean="0"/>
              <a:t>‹Nr.›</a:t>
            </a:fld>
            <a:endParaRPr lang="de-DE"/>
          </a:p>
        </p:txBody>
      </p:sp>
    </p:spTree>
    <p:extLst>
      <p:ext uri="{BB962C8B-B14F-4D97-AF65-F5344CB8AC3E}">
        <p14:creationId xmlns:p14="http://schemas.microsoft.com/office/powerpoint/2010/main" val="8153495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4C067B5A-1A32-D12B-44DA-22B5530FD337}"/>
              </a:ext>
            </a:extLst>
          </p:cNvPr>
          <p:cNvSpPr>
            <a:spLocks noGrp="1"/>
          </p:cNvSpPr>
          <p:nvPr>
            <p:ph type="title" orient="vert"/>
          </p:nvPr>
        </p:nvSpPr>
        <p:spPr>
          <a:xfrm>
            <a:off x="6543675" y="274638"/>
            <a:ext cx="1971675" cy="4357687"/>
          </a:xfrm>
        </p:spPr>
        <p:txBody>
          <a:bodyPr vert="eaVert"/>
          <a:lstStyle/>
          <a:p>
            <a:r>
              <a:rPr lang="de-DE"/>
              <a:t>Mastertitelformat bearbeiten</a:t>
            </a:r>
          </a:p>
        </p:txBody>
      </p:sp>
      <p:sp>
        <p:nvSpPr>
          <p:cNvPr id="3" name="Vertikaler Textplatzhalter 2">
            <a:extLst>
              <a:ext uri="{FF2B5EF4-FFF2-40B4-BE49-F238E27FC236}">
                <a16:creationId xmlns:a16="http://schemas.microsoft.com/office/drawing/2014/main" id="{0FFD46F2-35A2-479F-9039-163BD12D90CD}"/>
              </a:ext>
            </a:extLst>
          </p:cNvPr>
          <p:cNvSpPr>
            <a:spLocks noGrp="1"/>
          </p:cNvSpPr>
          <p:nvPr>
            <p:ph type="body" orient="vert" idx="1"/>
          </p:nvPr>
        </p:nvSpPr>
        <p:spPr>
          <a:xfrm>
            <a:off x="628650" y="274638"/>
            <a:ext cx="5762625" cy="4357687"/>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4DB1F0CD-4D3F-B17B-7F91-26EBD13E4408}"/>
              </a:ext>
            </a:extLst>
          </p:cNvPr>
          <p:cNvSpPr>
            <a:spLocks noGrp="1"/>
          </p:cNvSpPr>
          <p:nvPr>
            <p:ph type="dt" sz="half" idx="10"/>
          </p:nvPr>
        </p:nvSpPr>
        <p:spPr/>
        <p:txBody>
          <a:bodyPr/>
          <a:lstStyle/>
          <a:p>
            <a:fld id="{167255D1-99C9-4D74-8997-EB319A0BA337}" type="datetimeFigureOut">
              <a:rPr lang="de-DE" smtClean="0"/>
              <a:t>07.05.2026</a:t>
            </a:fld>
            <a:endParaRPr lang="de-DE"/>
          </a:p>
        </p:txBody>
      </p:sp>
      <p:sp>
        <p:nvSpPr>
          <p:cNvPr id="5" name="Fußzeilenplatzhalter 4">
            <a:extLst>
              <a:ext uri="{FF2B5EF4-FFF2-40B4-BE49-F238E27FC236}">
                <a16:creationId xmlns:a16="http://schemas.microsoft.com/office/drawing/2014/main" id="{BEBE3B6A-F51C-F563-1B6C-3172174A545B}"/>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D2DD44D9-3BF7-4796-85BE-8D3D6490E351}"/>
              </a:ext>
            </a:extLst>
          </p:cNvPr>
          <p:cNvSpPr>
            <a:spLocks noGrp="1"/>
          </p:cNvSpPr>
          <p:nvPr>
            <p:ph type="sldNum" sz="quarter" idx="12"/>
          </p:nvPr>
        </p:nvSpPr>
        <p:spPr/>
        <p:txBody>
          <a:bodyPr/>
          <a:lstStyle/>
          <a:p>
            <a:fld id="{E52676EC-B68E-4BE8-A7D0-BDEE9585E15F}" type="slidenum">
              <a:rPr lang="de-DE" smtClean="0"/>
              <a:t>‹Nr.›</a:t>
            </a:fld>
            <a:endParaRPr lang="de-DE"/>
          </a:p>
        </p:txBody>
      </p:sp>
    </p:spTree>
    <p:extLst>
      <p:ext uri="{BB962C8B-B14F-4D97-AF65-F5344CB8AC3E}">
        <p14:creationId xmlns:p14="http://schemas.microsoft.com/office/powerpoint/2010/main" val="40788634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le 1"/>
          <p:cNvSpPr>
            <a:spLocks noGrp="1"/>
          </p:cNvSpPr>
          <p:nvPr>
            <p:ph type="ctrTitle"/>
          </p:nvPr>
        </p:nvSpPr>
        <p:spPr>
          <a:xfrm>
            <a:off x="1813335" y="601724"/>
            <a:ext cx="6477805" cy="1906073"/>
          </a:xfrm>
        </p:spPr>
        <p:txBody>
          <a:bodyPr bIns="0" anchor="b">
            <a:normAutofit/>
          </a:bodyPr>
          <a:lstStyle>
            <a:lvl1pPr algn="l">
              <a:defRPr sz="4950"/>
            </a:lvl1pPr>
          </a:lstStyle>
          <a:p>
            <a:r>
              <a:rPr lang="de-DE"/>
              <a:t>Mastertitelformat bearbeiten</a:t>
            </a:r>
            <a:endParaRPr lang="en-US" dirty="0"/>
          </a:p>
        </p:txBody>
      </p:sp>
      <p:sp>
        <p:nvSpPr>
          <p:cNvPr id="3" name="Subtitle 2"/>
          <p:cNvSpPr>
            <a:spLocks noGrp="1"/>
          </p:cNvSpPr>
          <p:nvPr>
            <p:ph type="subTitle" idx="1"/>
          </p:nvPr>
        </p:nvSpPr>
        <p:spPr>
          <a:xfrm>
            <a:off x="1813335" y="2648403"/>
            <a:ext cx="6477804" cy="733216"/>
          </a:xfrm>
        </p:spPr>
        <p:txBody>
          <a:bodyPr tIns="91440" bIns="91440">
            <a:normAutofit/>
          </a:bodyPr>
          <a:lstStyle>
            <a:lvl1pPr marL="0" indent="0" algn="l">
              <a:buNone/>
              <a:defRPr sz="1350" b="0" cap="all" baseline="0">
                <a:solidFill>
                  <a:schemeClr val="tx1"/>
                </a:solidFill>
              </a:defRPr>
            </a:lvl1pPr>
            <a:lvl2pPr marL="342900" indent="0" algn="ctr">
              <a:buNone/>
              <a:defRPr sz="135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de-DE"/>
              <a:t>Master-Untertitelformat bearbeiten</a:t>
            </a:r>
            <a:endParaRPr lang="en-US" dirty="0"/>
          </a:p>
        </p:txBody>
      </p:sp>
      <p:sp>
        <p:nvSpPr>
          <p:cNvPr id="4" name="Date Placeholder 3"/>
          <p:cNvSpPr>
            <a:spLocks noGrp="1"/>
          </p:cNvSpPr>
          <p:nvPr>
            <p:ph type="dt" sz="half" idx="10"/>
          </p:nvPr>
        </p:nvSpPr>
        <p:spPr/>
        <p:txBody>
          <a:bodyPr/>
          <a:lstStyle/>
          <a:p>
            <a:fld id="{3A0CBFE1-3493-43A9-A6F4-D33BE5BE4094}" type="datetimeFigureOut">
              <a:rPr lang="de-DE" smtClean="0"/>
              <a:t>07.05.2026</a:t>
            </a:fld>
            <a:endParaRPr lang="de-DE"/>
          </a:p>
        </p:txBody>
      </p:sp>
      <p:sp>
        <p:nvSpPr>
          <p:cNvPr id="5" name="Footer Placeholder 4"/>
          <p:cNvSpPr>
            <a:spLocks noGrp="1"/>
          </p:cNvSpPr>
          <p:nvPr>
            <p:ph type="ftr" sz="quarter" idx="11"/>
          </p:nvPr>
        </p:nvSpPr>
        <p:spPr>
          <a:xfrm>
            <a:off x="1812376" y="246981"/>
            <a:ext cx="3730436" cy="231901"/>
          </a:xfrm>
        </p:spPr>
        <p:txBody>
          <a:bodyPr/>
          <a:lstStyle/>
          <a:p>
            <a:pPr algn="l"/>
            <a:r>
              <a:rPr lang="en-US"/>
              <a:t>Präsentationstitel</a:t>
            </a:r>
            <a:endParaRPr lang="en-US" dirty="0"/>
          </a:p>
        </p:txBody>
      </p:sp>
      <p:sp>
        <p:nvSpPr>
          <p:cNvPr id="6" name="Slide Number Placeholder 5"/>
          <p:cNvSpPr>
            <a:spLocks noGrp="1"/>
          </p:cNvSpPr>
          <p:nvPr>
            <p:ph type="sldNum" sz="quarter" idx="12"/>
          </p:nvPr>
        </p:nvSpPr>
        <p:spPr>
          <a:xfrm>
            <a:off x="1078249" y="599230"/>
            <a:ext cx="608264" cy="377684"/>
          </a:xfrm>
        </p:spPr>
        <p:txBody>
          <a:bodyPr/>
          <a:lstStyle/>
          <a:p>
            <a:fld id="{6248E8CC-A9B2-4BB2-AF6A-43729A524FE0}" type="slidenum">
              <a:rPr lang="de-DE" smtClean="0"/>
              <a:t>‹Nr.›</a:t>
            </a:fld>
            <a:endParaRPr lang="de-DE"/>
          </a:p>
        </p:txBody>
      </p:sp>
      <p:cxnSp>
        <p:nvCxnSpPr>
          <p:cNvPr id="15" name="Straight Connector 14"/>
          <p:cNvCxnSpPr/>
          <p:nvPr/>
        </p:nvCxnSpPr>
        <p:spPr>
          <a:xfrm>
            <a:off x="1813335" y="2646407"/>
            <a:ext cx="6477804"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10047160"/>
      </p:ext>
    </p:extLst>
  </p:cSld>
  <p:clrMapOvr>
    <a:masterClrMapping/>
  </p:clrMapOvr>
  <p:hf sldNum="0"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idx="1"/>
          </p:nvPr>
        </p:nvSpPr>
        <p:spPr/>
        <p:txBody>
          <a:bodyPr ancho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3A0CBFE1-3493-43A9-A6F4-D33BE5BE4094}" type="datetimeFigureOut">
              <a:rPr lang="de-DE" smtClean="0"/>
              <a:t>07.05.2026</a:t>
            </a:fld>
            <a:endParaRPr lang="de-DE"/>
          </a:p>
        </p:txBody>
      </p:sp>
      <p:sp>
        <p:nvSpPr>
          <p:cNvPr id="5" name="Footer Placeholder 4"/>
          <p:cNvSpPr>
            <a:spLocks noGrp="1"/>
          </p:cNvSpPr>
          <p:nvPr>
            <p:ph type="ftr" sz="quarter" idx="11"/>
          </p:nvPr>
        </p:nvSpPr>
        <p:spPr/>
        <p:txBody>
          <a:bodyPr/>
          <a:lstStyle/>
          <a:p>
            <a:pPr algn="l"/>
            <a:r>
              <a:rPr lang="en-US"/>
              <a:t>Präsentationstitel</a:t>
            </a:r>
            <a:endParaRPr lang="en-US" dirty="0"/>
          </a:p>
        </p:txBody>
      </p:sp>
      <p:sp>
        <p:nvSpPr>
          <p:cNvPr id="6" name="Slide Number Placeholder 5"/>
          <p:cNvSpPr>
            <a:spLocks noGrp="1"/>
          </p:cNvSpPr>
          <p:nvPr>
            <p:ph type="sldNum" sz="quarter" idx="12"/>
          </p:nvPr>
        </p:nvSpPr>
        <p:spPr/>
        <p:txBody>
          <a:bodyPr/>
          <a:lstStyle/>
          <a:p>
            <a:fld id="{6248E8CC-A9B2-4BB2-AF6A-43729A524FE0}" type="slidenum">
              <a:rPr lang="de-DE" smtClean="0"/>
              <a:t>‹Nr.›</a:t>
            </a:fld>
            <a:endParaRPr lang="de-DE"/>
          </a:p>
        </p:txBody>
      </p:sp>
      <p:cxnSp>
        <p:nvCxnSpPr>
          <p:cNvPr id="33" name="Straight Connector 32"/>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138835981"/>
      </p:ext>
    </p:extLst>
  </p:cSld>
  <p:clrMapOvr>
    <a:masterClrMapping/>
  </p:clrMapOvr>
  <p:hf sldNum="0"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1090679" y="1317097"/>
            <a:ext cx="6482366" cy="1415963"/>
          </a:xfrm>
        </p:spPr>
        <p:txBody>
          <a:bodyPr anchor="b">
            <a:normAutofit/>
          </a:bodyPr>
          <a:lstStyle>
            <a:lvl1pPr algn="l">
              <a:defRPr sz="2700"/>
            </a:lvl1pPr>
          </a:lstStyle>
          <a:p>
            <a:r>
              <a:rPr lang="de-DE"/>
              <a:t>Mastertitelformat bearbeiten</a:t>
            </a:r>
            <a:endParaRPr lang="en-US" dirty="0"/>
          </a:p>
        </p:txBody>
      </p:sp>
      <p:sp>
        <p:nvSpPr>
          <p:cNvPr id="3" name="Text Placeholder 2"/>
          <p:cNvSpPr>
            <a:spLocks noGrp="1"/>
          </p:cNvSpPr>
          <p:nvPr>
            <p:ph type="body" idx="1"/>
          </p:nvPr>
        </p:nvSpPr>
        <p:spPr>
          <a:xfrm>
            <a:off x="1090679" y="2854647"/>
            <a:ext cx="6472835" cy="759697"/>
          </a:xfrm>
        </p:spPr>
        <p:txBody>
          <a:bodyPr tIns="91440">
            <a:normAutofit/>
          </a:bodyPr>
          <a:lstStyle>
            <a:lvl1pPr marL="0" indent="0" algn="l">
              <a:buNone/>
              <a:defRPr sz="1350">
                <a:solidFill>
                  <a:schemeClr val="tx1"/>
                </a:solidFill>
              </a:defRPr>
            </a:lvl1pPr>
            <a:lvl2pPr marL="342900" indent="0">
              <a:buNone/>
              <a:defRPr sz="135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de-DE"/>
              <a:t>Mastertextformat bearbeiten</a:t>
            </a:r>
          </a:p>
        </p:txBody>
      </p:sp>
      <p:sp>
        <p:nvSpPr>
          <p:cNvPr id="4" name="Date Placeholder 3"/>
          <p:cNvSpPr>
            <a:spLocks noGrp="1"/>
          </p:cNvSpPr>
          <p:nvPr>
            <p:ph type="dt" sz="half" idx="10"/>
          </p:nvPr>
        </p:nvSpPr>
        <p:spPr/>
        <p:txBody>
          <a:bodyPr/>
          <a:lstStyle/>
          <a:p>
            <a:fld id="{3A0CBFE1-3493-43A9-A6F4-D33BE5BE4094}" type="datetimeFigureOut">
              <a:rPr lang="de-DE" smtClean="0"/>
              <a:t>07.05.2026</a:t>
            </a:fld>
            <a:endParaRPr lang="de-DE"/>
          </a:p>
        </p:txBody>
      </p:sp>
      <p:sp>
        <p:nvSpPr>
          <p:cNvPr id="5" name="Footer Placeholder 4"/>
          <p:cNvSpPr>
            <a:spLocks noGrp="1"/>
          </p:cNvSpPr>
          <p:nvPr>
            <p:ph type="ftr" sz="quarter" idx="11"/>
          </p:nvPr>
        </p:nvSpPr>
        <p:spPr/>
        <p:txBody>
          <a:bodyPr/>
          <a:lstStyle/>
          <a:p>
            <a:pPr algn="l"/>
            <a:r>
              <a:rPr lang="en-US"/>
              <a:t>Präsentationstitel</a:t>
            </a:r>
            <a:endParaRPr lang="en-US" dirty="0"/>
          </a:p>
        </p:txBody>
      </p:sp>
      <p:sp>
        <p:nvSpPr>
          <p:cNvPr id="6" name="Slide Number Placeholder 5"/>
          <p:cNvSpPr>
            <a:spLocks noGrp="1"/>
          </p:cNvSpPr>
          <p:nvPr>
            <p:ph type="sldNum" sz="quarter" idx="12"/>
          </p:nvPr>
        </p:nvSpPr>
        <p:spPr/>
        <p:txBody>
          <a:bodyPr/>
          <a:lstStyle/>
          <a:p>
            <a:fld id="{6248E8CC-A9B2-4BB2-AF6A-43729A524FE0}" type="slidenum">
              <a:rPr lang="de-DE" smtClean="0"/>
              <a:t>‹Nr.›</a:t>
            </a:fld>
            <a:endParaRPr lang="de-DE"/>
          </a:p>
        </p:txBody>
      </p:sp>
      <p:cxnSp>
        <p:nvCxnSpPr>
          <p:cNvPr id="15" name="Straight Connector 14"/>
          <p:cNvCxnSpPr/>
          <p:nvPr/>
        </p:nvCxnSpPr>
        <p:spPr>
          <a:xfrm>
            <a:off x="1090679" y="2853739"/>
            <a:ext cx="6472835"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70545955"/>
      </p:ext>
    </p:extLst>
  </p:cSld>
  <p:clrMapOvr>
    <a:masterClrMapping/>
  </p:clrMapOvr>
  <p:hf sldNum="0"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le 1"/>
          <p:cNvSpPr>
            <a:spLocks noGrp="1"/>
          </p:cNvSpPr>
          <p:nvPr>
            <p:ph type="title"/>
          </p:nvPr>
        </p:nvSpPr>
        <p:spPr>
          <a:xfrm>
            <a:off x="1086913" y="603667"/>
            <a:ext cx="7204226" cy="794479"/>
          </a:xfrm>
        </p:spPr>
        <p:txBody>
          <a:bodyPr/>
          <a:lstStyle/>
          <a:p>
            <a:r>
              <a:rPr lang="de-DE"/>
              <a:t>Mastertitelformat bearbeiten</a:t>
            </a:r>
            <a:endParaRPr lang="en-US" dirty="0"/>
          </a:p>
        </p:txBody>
      </p:sp>
      <p:sp>
        <p:nvSpPr>
          <p:cNvPr id="3" name="Content Placeholder 2"/>
          <p:cNvSpPr>
            <a:spLocks noGrp="1"/>
          </p:cNvSpPr>
          <p:nvPr>
            <p:ph sz="half" idx="1"/>
          </p:nvPr>
        </p:nvSpPr>
        <p:spPr>
          <a:xfrm>
            <a:off x="1085498" y="1508159"/>
            <a:ext cx="3483864" cy="2586446"/>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Content Placeholder 3"/>
          <p:cNvSpPr>
            <a:spLocks noGrp="1"/>
          </p:cNvSpPr>
          <p:nvPr>
            <p:ph sz="half" idx="2"/>
          </p:nvPr>
        </p:nvSpPr>
        <p:spPr>
          <a:xfrm>
            <a:off x="4810328" y="1513007"/>
            <a:ext cx="3483864" cy="258114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Date Placeholder 4"/>
          <p:cNvSpPr>
            <a:spLocks noGrp="1"/>
          </p:cNvSpPr>
          <p:nvPr>
            <p:ph type="dt" sz="half" idx="10"/>
          </p:nvPr>
        </p:nvSpPr>
        <p:spPr/>
        <p:txBody>
          <a:bodyPr/>
          <a:lstStyle/>
          <a:p>
            <a:fld id="{3A0CBFE1-3493-43A9-A6F4-D33BE5BE4094}" type="datetimeFigureOut">
              <a:rPr lang="de-DE" smtClean="0"/>
              <a:t>07.05.2026</a:t>
            </a:fld>
            <a:endParaRPr lang="de-DE"/>
          </a:p>
        </p:txBody>
      </p:sp>
      <p:sp>
        <p:nvSpPr>
          <p:cNvPr id="6" name="Footer Placeholder 5"/>
          <p:cNvSpPr>
            <a:spLocks noGrp="1"/>
          </p:cNvSpPr>
          <p:nvPr>
            <p:ph type="ftr" sz="quarter" idx="11"/>
          </p:nvPr>
        </p:nvSpPr>
        <p:spPr/>
        <p:txBody>
          <a:bodyPr/>
          <a:lstStyle/>
          <a:p>
            <a:pPr algn="l"/>
            <a:r>
              <a:rPr lang="en-US"/>
              <a:t>Präsentationstitel</a:t>
            </a:r>
            <a:endParaRPr lang="en-US" dirty="0"/>
          </a:p>
        </p:txBody>
      </p:sp>
      <p:sp>
        <p:nvSpPr>
          <p:cNvPr id="7" name="Slide Number Placeholder 6"/>
          <p:cNvSpPr>
            <a:spLocks noGrp="1"/>
          </p:cNvSpPr>
          <p:nvPr>
            <p:ph type="sldNum" sz="quarter" idx="12"/>
          </p:nvPr>
        </p:nvSpPr>
        <p:spPr/>
        <p:txBody>
          <a:bodyPr/>
          <a:lstStyle/>
          <a:p>
            <a:fld id="{6248E8CC-A9B2-4BB2-AF6A-43729A524FE0}" type="slidenum">
              <a:rPr lang="de-DE" smtClean="0"/>
              <a:t>‹Nr.›</a:t>
            </a:fld>
            <a:endParaRPr lang="de-DE"/>
          </a:p>
        </p:txBody>
      </p:sp>
      <p:cxnSp>
        <p:nvCxnSpPr>
          <p:cNvPr id="35" name="Straight Connector 34"/>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3327133"/>
      </p:ext>
    </p:extLst>
  </p:cSld>
  <p:clrMapOvr>
    <a:masterClrMapping/>
  </p:clrMapOvr>
  <p:hf sldNum="0"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le 1"/>
          <p:cNvSpPr>
            <a:spLocks noGrp="1"/>
          </p:cNvSpPr>
          <p:nvPr>
            <p:ph type="title"/>
          </p:nvPr>
        </p:nvSpPr>
        <p:spPr>
          <a:xfrm>
            <a:off x="1085394" y="603123"/>
            <a:ext cx="7205746" cy="792239"/>
          </a:xfrm>
        </p:spPr>
        <p:txBody>
          <a:bodyPr/>
          <a:lstStyle/>
          <a:p>
            <a:r>
              <a:rPr lang="de-DE"/>
              <a:t>Mastertitelformat bearbeiten</a:t>
            </a:r>
            <a:endParaRPr lang="en-US" dirty="0"/>
          </a:p>
        </p:txBody>
      </p:sp>
      <p:sp>
        <p:nvSpPr>
          <p:cNvPr id="3" name="Text Placeholder 2"/>
          <p:cNvSpPr>
            <a:spLocks noGrp="1"/>
          </p:cNvSpPr>
          <p:nvPr>
            <p:ph type="body" idx="1"/>
          </p:nvPr>
        </p:nvSpPr>
        <p:spPr>
          <a:xfrm>
            <a:off x="1085393" y="1514662"/>
            <a:ext cx="3483864" cy="601457"/>
          </a:xfrm>
        </p:spPr>
        <p:txBody>
          <a:bodyPr anchor="b">
            <a:normAutofit/>
          </a:bodyPr>
          <a:lstStyle>
            <a:lvl1pPr marL="0" indent="0">
              <a:lnSpc>
                <a:spcPct val="100000"/>
              </a:lnSpc>
              <a:buNone/>
              <a:defRPr sz="165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de-DE"/>
              <a:t>Mastertextformat bearbeiten</a:t>
            </a:r>
          </a:p>
        </p:txBody>
      </p:sp>
      <p:sp>
        <p:nvSpPr>
          <p:cNvPr id="4" name="Content Placeholder 3"/>
          <p:cNvSpPr>
            <a:spLocks noGrp="1"/>
          </p:cNvSpPr>
          <p:nvPr>
            <p:ph sz="half" idx="2"/>
          </p:nvPr>
        </p:nvSpPr>
        <p:spPr>
          <a:xfrm>
            <a:off x="1085393" y="2118202"/>
            <a:ext cx="3483864" cy="1983343"/>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Text Placeholder 4"/>
          <p:cNvSpPr>
            <a:spLocks noGrp="1"/>
          </p:cNvSpPr>
          <p:nvPr>
            <p:ph type="body" sz="quarter" idx="3"/>
          </p:nvPr>
        </p:nvSpPr>
        <p:spPr>
          <a:xfrm>
            <a:off x="4809272" y="1517253"/>
            <a:ext cx="3483864" cy="601678"/>
          </a:xfrm>
        </p:spPr>
        <p:txBody>
          <a:bodyPr anchor="b">
            <a:normAutofit/>
          </a:bodyPr>
          <a:lstStyle>
            <a:lvl1pPr marL="0" indent="0">
              <a:lnSpc>
                <a:spcPct val="100000"/>
              </a:lnSpc>
              <a:buNone/>
              <a:defRPr sz="165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de-DE"/>
              <a:t>Mastertextformat bearbeiten</a:t>
            </a:r>
          </a:p>
        </p:txBody>
      </p:sp>
      <p:sp>
        <p:nvSpPr>
          <p:cNvPr id="6" name="Content Placeholder 5"/>
          <p:cNvSpPr>
            <a:spLocks noGrp="1"/>
          </p:cNvSpPr>
          <p:nvPr>
            <p:ph sz="quarter" idx="4"/>
          </p:nvPr>
        </p:nvSpPr>
        <p:spPr>
          <a:xfrm>
            <a:off x="4809272" y="2116119"/>
            <a:ext cx="3483864" cy="197802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7" name="Date Placeholder 6"/>
          <p:cNvSpPr>
            <a:spLocks noGrp="1"/>
          </p:cNvSpPr>
          <p:nvPr>
            <p:ph type="dt" sz="half" idx="10"/>
          </p:nvPr>
        </p:nvSpPr>
        <p:spPr/>
        <p:txBody>
          <a:bodyPr/>
          <a:lstStyle/>
          <a:p>
            <a:fld id="{3A0CBFE1-3493-43A9-A6F4-D33BE5BE4094}" type="datetimeFigureOut">
              <a:rPr lang="de-DE" smtClean="0"/>
              <a:t>07.05.2026</a:t>
            </a:fld>
            <a:endParaRPr lang="de-DE"/>
          </a:p>
        </p:txBody>
      </p:sp>
      <p:sp>
        <p:nvSpPr>
          <p:cNvPr id="8" name="Footer Placeholder 7"/>
          <p:cNvSpPr>
            <a:spLocks noGrp="1"/>
          </p:cNvSpPr>
          <p:nvPr>
            <p:ph type="ftr" sz="quarter" idx="11"/>
          </p:nvPr>
        </p:nvSpPr>
        <p:spPr/>
        <p:txBody>
          <a:bodyPr/>
          <a:lstStyle/>
          <a:p>
            <a:pPr algn="l"/>
            <a:r>
              <a:rPr lang="en-US"/>
              <a:t>Präsentationstitel</a:t>
            </a:r>
            <a:endParaRPr lang="en-US" dirty="0"/>
          </a:p>
        </p:txBody>
      </p:sp>
      <p:sp>
        <p:nvSpPr>
          <p:cNvPr id="9" name="Slide Number Placeholder 8"/>
          <p:cNvSpPr>
            <a:spLocks noGrp="1"/>
          </p:cNvSpPr>
          <p:nvPr>
            <p:ph type="sldNum" sz="quarter" idx="12"/>
          </p:nvPr>
        </p:nvSpPr>
        <p:spPr/>
        <p:txBody>
          <a:bodyPr/>
          <a:lstStyle/>
          <a:p>
            <a:fld id="{6248E8CC-A9B2-4BB2-AF6A-43729A524FE0}" type="slidenum">
              <a:rPr lang="de-DE" smtClean="0"/>
              <a:t>‹Nr.›</a:t>
            </a:fld>
            <a:endParaRPr lang="de-DE"/>
          </a:p>
        </p:txBody>
      </p:sp>
      <p:cxnSp>
        <p:nvCxnSpPr>
          <p:cNvPr id="29" name="Straight Connector 28"/>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88424526"/>
      </p:ext>
    </p:extLst>
  </p:cSld>
  <p:clrMapOvr>
    <a:masterClrMapping/>
  </p:clrMapOvr>
  <p:hf sldNum="0"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Date Placeholder 2"/>
          <p:cNvSpPr>
            <a:spLocks noGrp="1"/>
          </p:cNvSpPr>
          <p:nvPr>
            <p:ph type="dt" sz="half" idx="10"/>
          </p:nvPr>
        </p:nvSpPr>
        <p:spPr/>
        <p:txBody>
          <a:bodyPr/>
          <a:lstStyle/>
          <a:p>
            <a:fld id="{3A0CBFE1-3493-43A9-A6F4-D33BE5BE4094}" type="datetimeFigureOut">
              <a:rPr lang="de-DE" smtClean="0"/>
              <a:t>07.05.2026</a:t>
            </a:fld>
            <a:endParaRPr lang="de-DE"/>
          </a:p>
        </p:txBody>
      </p:sp>
      <p:sp>
        <p:nvSpPr>
          <p:cNvPr id="4" name="Footer Placeholder 3"/>
          <p:cNvSpPr>
            <a:spLocks noGrp="1"/>
          </p:cNvSpPr>
          <p:nvPr>
            <p:ph type="ftr" sz="quarter" idx="11"/>
          </p:nvPr>
        </p:nvSpPr>
        <p:spPr/>
        <p:txBody>
          <a:bodyPr/>
          <a:lstStyle/>
          <a:p>
            <a:pPr algn="l"/>
            <a:r>
              <a:rPr lang="en-US"/>
              <a:t>Präsentationstitel</a:t>
            </a:r>
            <a:endParaRPr lang="en-US" dirty="0"/>
          </a:p>
        </p:txBody>
      </p:sp>
      <p:sp>
        <p:nvSpPr>
          <p:cNvPr id="5" name="Slide Number Placeholder 4"/>
          <p:cNvSpPr>
            <a:spLocks noGrp="1"/>
          </p:cNvSpPr>
          <p:nvPr>
            <p:ph type="sldNum" sz="quarter" idx="12"/>
          </p:nvPr>
        </p:nvSpPr>
        <p:spPr/>
        <p:txBody>
          <a:bodyPr/>
          <a:lstStyle/>
          <a:p>
            <a:fld id="{6248E8CC-A9B2-4BB2-AF6A-43729A524FE0}" type="slidenum">
              <a:rPr lang="de-DE" smtClean="0"/>
              <a:t>‹Nr.›</a:t>
            </a:fld>
            <a:endParaRPr lang="de-DE"/>
          </a:p>
        </p:txBody>
      </p:sp>
      <p:cxnSp>
        <p:nvCxnSpPr>
          <p:cNvPr id="25" name="Straight Connector 24"/>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42212110"/>
      </p:ext>
    </p:extLst>
  </p:cSld>
  <p:clrMapOvr>
    <a:masterClrMapping/>
  </p:clrMapOvr>
  <p:hf sldNum="0" hd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0CBFE1-3493-43A9-A6F4-D33BE5BE4094}" type="datetimeFigureOut">
              <a:rPr lang="de-DE" smtClean="0"/>
              <a:t>07.05.2026</a:t>
            </a:fld>
            <a:endParaRPr lang="de-DE"/>
          </a:p>
        </p:txBody>
      </p:sp>
      <p:sp>
        <p:nvSpPr>
          <p:cNvPr id="3" name="Footer Placeholder 2"/>
          <p:cNvSpPr>
            <a:spLocks noGrp="1"/>
          </p:cNvSpPr>
          <p:nvPr>
            <p:ph type="ftr" sz="quarter" idx="11"/>
          </p:nvPr>
        </p:nvSpPr>
        <p:spPr/>
        <p:txBody>
          <a:bodyPr/>
          <a:lstStyle/>
          <a:p>
            <a:pPr algn="l"/>
            <a:r>
              <a:rPr lang="en-US"/>
              <a:t>Präsentationstitel</a:t>
            </a:r>
            <a:endParaRPr lang="en-US" dirty="0"/>
          </a:p>
        </p:txBody>
      </p:sp>
      <p:sp>
        <p:nvSpPr>
          <p:cNvPr id="4" name="Slide Number Placeholder 3"/>
          <p:cNvSpPr>
            <a:spLocks noGrp="1"/>
          </p:cNvSpPr>
          <p:nvPr>
            <p:ph type="sldNum" sz="quarter" idx="12"/>
          </p:nvPr>
        </p:nvSpPr>
        <p:spPr/>
        <p:txBody>
          <a:bodyPr/>
          <a:lstStyle/>
          <a:p>
            <a:fld id="{6248E8CC-A9B2-4BB2-AF6A-43729A524FE0}" type="slidenum">
              <a:rPr lang="de-DE" smtClean="0"/>
              <a:t>‹Nr.›</a:t>
            </a:fld>
            <a:endParaRPr lang="de-DE"/>
          </a:p>
        </p:txBody>
      </p:sp>
    </p:spTree>
    <p:extLst>
      <p:ext uri="{BB962C8B-B14F-4D97-AF65-F5344CB8AC3E}">
        <p14:creationId xmlns:p14="http://schemas.microsoft.com/office/powerpoint/2010/main" val="960692898"/>
      </p:ext>
    </p:extLst>
  </p:cSld>
  <p:clrMapOvr>
    <a:masterClrMapping/>
  </p:clrMapOvr>
  <p:hf sldNum="0" hd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1083504" y="599230"/>
            <a:ext cx="2454824" cy="1685338"/>
          </a:xfrm>
        </p:spPr>
        <p:txBody>
          <a:bodyPr anchor="b">
            <a:normAutofit/>
          </a:bodyPr>
          <a:lstStyle>
            <a:lvl1pPr algn="l">
              <a:defRPr sz="1800"/>
            </a:lvl1pPr>
          </a:lstStyle>
          <a:p>
            <a:r>
              <a:rPr lang="de-DE"/>
              <a:t>Mastertitelformat bearbeiten</a:t>
            </a:r>
            <a:endParaRPr lang="en-US" dirty="0"/>
          </a:p>
        </p:txBody>
      </p:sp>
      <p:sp>
        <p:nvSpPr>
          <p:cNvPr id="3" name="Content Placeholder 2"/>
          <p:cNvSpPr>
            <a:spLocks noGrp="1"/>
          </p:cNvSpPr>
          <p:nvPr>
            <p:ph idx="1"/>
          </p:nvPr>
        </p:nvSpPr>
        <p:spPr>
          <a:xfrm>
            <a:off x="3782785" y="599230"/>
            <a:ext cx="4509353" cy="3494120"/>
          </a:xfrm>
        </p:spPr>
        <p:txBody>
          <a:bodyPr anchor="ct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Text Placeholder 3"/>
          <p:cNvSpPr>
            <a:spLocks noGrp="1"/>
          </p:cNvSpPr>
          <p:nvPr>
            <p:ph type="body" sz="half" idx="2"/>
          </p:nvPr>
        </p:nvSpPr>
        <p:spPr>
          <a:xfrm>
            <a:off x="1083504" y="2404119"/>
            <a:ext cx="2456260" cy="1686136"/>
          </a:xfrm>
        </p:spPr>
        <p:txBody>
          <a:bodyPr/>
          <a:lstStyle>
            <a:lvl1pPr marL="0" indent="0" algn="l">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de-DE"/>
              <a:t>Mastertextformat bearbeiten</a:t>
            </a:r>
          </a:p>
        </p:txBody>
      </p:sp>
      <p:sp>
        <p:nvSpPr>
          <p:cNvPr id="5" name="Date Placeholder 4"/>
          <p:cNvSpPr>
            <a:spLocks noGrp="1"/>
          </p:cNvSpPr>
          <p:nvPr>
            <p:ph type="dt" sz="half" idx="10"/>
          </p:nvPr>
        </p:nvSpPr>
        <p:spPr/>
        <p:txBody>
          <a:bodyPr/>
          <a:lstStyle/>
          <a:p>
            <a:fld id="{3A0CBFE1-3493-43A9-A6F4-D33BE5BE4094}" type="datetimeFigureOut">
              <a:rPr lang="de-DE" smtClean="0"/>
              <a:t>07.05.2026</a:t>
            </a:fld>
            <a:endParaRPr lang="de-DE"/>
          </a:p>
        </p:txBody>
      </p:sp>
      <p:sp>
        <p:nvSpPr>
          <p:cNvPr id="6" name="Footer Placeholder 5"/>
          <p:cNvSpPr>
            <a:spLocks noGrp="1"/>
          </p:cNvSpPr>
          <p:nvPr>
            <p:ph type="ftr" sz="quarter" idx="11"/>
          </p:nvPr>
        </p:nvSpPr>
        <p:spPr/>
        <p:txBody>
          <a:bodyPr/>
          <a:lstStyle/>
          <a:p>
            <a:pPr algn="l"/>
            <a:r>
              <a:rPr lang="en-US"/>
              <a:t>Präsentationstitel</a:t>
            </a:r>
            <a:endParaRPr lang="en-US" dirty="0"/>
          </a:p>
        </p:txBody>
      </p:sp>
      <p:sp>
        <p:nvSpPr>
          <p:cNvPr id="7" name="Slide Number Placeholder 6"/>
          <p:cNvSpPr>
            <a:spLocks noGrp="1"/>
          </p:cNvSpPr>
          <p:nvPr>
            <p:ph type="sldNum" sz="quarter" idx="12"/>
          </p:nvPr>
        </p:nvSpPr>
        <p:spPr/>
        <p:txBody>
          <a:bodyPr/>
          <a:lstStyle/>
          <a:p>
            <a:fld id="{6248E8CC-A9B2-4BB2-AF6A-43729A524FE0}" type="slidenum">
              <a:rPr lang="de-DE" smtClean="0"/>
              <a:t>‹Nr.›</a:t>
            </a:fld>
            <a:endParaRPr lang="de-DE"/>
          </a:p>
        </p:txBody>
      </p:sp>
      <p:cxnSp>
        <p:nvCxnSpPr>
          <p:cNvPr id="17" name="Straight Connector 16"/>
          <p:cNvCxnSpPr/>
          <p:nvPr/>
        </p:nvCxnSpPr>
        <p:spPr>
          <a:xfrm>
            <a:off x="1086210" y="2404118"/>
            <a:ext cx="2452118"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39747760"/>
      </p:ext>
    </p:extLst>
  </p:cSld>
  <p:clrMapOvr>
    <a:masterClrMapping/>
  </p:clrMapOvr>
  <p:hf sldNum="0" hd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grpSp>
        <p:nvGrpSpPr>
          <p:cNvPr id="8" name="Group 7"/>
          <p:cNvGrpSpPr/>
          <p:nvPr/>
        </p:nvGrpSpPr>
        <p:grpSpPr>
          <a:xfrm>
            <a:off x="5608041" y="361628"/>
            <a:ext cx="3055900" cy="3861826"/>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088405" y="847135"/>
            <a:ext cx="4149246" cy="1372938"/>
          </a:xfrm>
        </p:spPr>
        <p:txBody>
          <a:bodyPr anchor="b">
            <a:normAutofit/>
          </a:bodyPr>
          <a:lstStyle>
            <a:lvl1pPr>
              <a:defRPr sz="2400"/>
            </a:lvl1pPr>
          </a:lstStyle>
          <a:p>
            <a:r>
              <a:rPr lang="de-DE"/>
              <a:t>Mastertitelformat bearbeiten</a:t>
            </a:r>
            <a:endParaRPr lang="en-US" dirty="0"/>
          </a:p>
        </p:txBody>
      </p:sp>
      <p:sp>
        <p:nvSpPr>
          <p:cNvPr id="3" name="Picture Placeholder 2"/>
          <p:cNvSpPr>
            <a:spLocks noGrp="1" noChangeAspect="1"/>
          </p:cNvSpPr>
          <p:nvPr>
            <p:ph type="pic" idx="1"/>
          </p:nvPr>
        </p:nvSpPr>
        <p:spPr>
          <a:xfrm>
            <a:off x="6093292" y="841907"/>
            <a:ext cx="2093378" cy="2899745"/>
          </a:xfrm>
          <a:solidFill>
            <a:schemeClr val="bg1">
              <a:lumMod val="85000"/>
            </a:schemeClr>
          </a:solidFill>
          <a:ln w="9525" cap="sq">
            <a:noFill/>
            <a:miter lim="800000"/>
          </a:ln>
          <a:effectLst/>
        </p:spPr>
        <p:txBody>
          <a:bodyPr anchor="t"/>
          <a:lstStyle>
            <a:lvl1pPr marL="0" indent="0" algn="ctr">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de-DE"/>
              <a:t>Bild durch Klicken auf Symbol hinzufügen</a:t>
            </a:r>
            <a:endParaRPr lang="en-US" dirty="0"/>
          </a:p>
        </p:txBody>
      </p:sp>
      <p:sp>
        <p:nvSpPr>
          <p:cNvPr id="4" name="Text Placeholder 3"/>
          <p:cNvSpPr>
            <a:spLocks noGrp="1"/>
          </p:cNvSpPr>
          <p:nvPr>
            <p:ph type="body" sz="half" idx="2"/>
          </p:nvPr>
        </p:nvSpPr>
        <p:spPr>
          <a:xfrm>
            <a:off x="1087747" y="2359494"/>
            <a:ext cx="4143303" cy="1502807"/>
          </a:xfrm>
        </p:spPr>
        <p:txBody>
          <a:bodyPr>
            <a:normAutofit/>
          </a:bodyPr>
          <a:lstStyle>
            <a:lvl1pPr marL="0" indent="0" algn="l">
              <a:buNone/>
              <a:defRPr sz="13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de-DE"/>
              <a:t>Mastertextformat bearbeiten</a:t>
            </a:r>
          </a:p>
        </p:txBody>
      </p:sp>
      <p:sp>
        <p:nvSpPr>
          <p:cNvPr id="5" name="Date Placeholder 4"/>
          <p:cNvSpPr>
            <a:spLocks noGrp="1"/>
          </p:cNvSpPr>
          <p:nvPr>
            <p:ph type="dt" sz="half" idx="10"/>
          </p:nvPr>
        </p:nvSpPr>
        <p:spPr>
          <a:xfrm>
            <a:off x="1085537" y="4102393"/>
            <a:ext cx="4145513" cy="240092"/>
          </a:xfrm>
        </p:spPr>
        <p:txBody>
          <a:bodyPr/>
          <a:lstStyle>
            <a:lvl1pPr algn="l">
              <a:defRPr/>
            </a:lvl1pPr>
          </a:lstStyle>
          <a:p>
            <a:fld id="{3A0CBFE1-3493-43A9-A6F4-D33BE5BE4094}" type="datetimeFigureOut">
              <a:rPr lang="de-DE" smtClean="0"/>
              <a:t>07.05.2026</a:t>
            </a:fld>
            <a:endParaRPr lang="de-DE"/>
          </a:p>
        </p:txBody>
      </p:sp>
      <p:sp>
        <p:nvSpPr>
          <p:cNvPr id="6" name="Footer Placeholder 5"/>
          <p:cNvSpPr>
            <a:spLocks noGrp="1"/>
          </p:cNvSpPr>
          <p:nvPr>
            <p:ph type="ftr" sz="quarter" idx="11"/>
          </p:nvPr>
        </p:nvSpPr>
        <p:spPr>
          <a:xfrm>
            <a:off x="1085537" y="238981"/>
            <a:ext cx="4155753" cy="240698"/>
          </a:xfrm>
        </p:spPr>
        <p:txBody>
          <a:bodyPr/>
          <a:lstStyle/>
          <a:p>
            <a:pPr algn="l"/>
            <a:r>
              <a:rPr lang="en-US"/>
              <a:t>Präsentationstitel</a:t>
            </a:r>
            <a:endParaRPr lang="en-US" dirty="0"/>
          </a:p>
        </p:txBody>
      </p:sp>
      <p:sp>
        <p:nvSpPr>
          <p:cNvPr id="7" name="Slide Number Placeholder 6"/>
          <p:cNvSpPr>
            <a:spLocks noGrp="1"/>
          </p:cNvSpPr>
          <p:nvPr>
            <p:ph type="sldNum" sz="quarter" idx="12"/>
          </p:nvPr>
        </p:nvSpPr>
        <p:spPr/>
        <p:txBody>
          <a:bodyPr/>
          <a:lstStyle/>
          <a:p>
            <a:fld id="{6248E8CC-A9B2-4BB2-AF6A-43729A524FE0}" type="slidenum">
              <a:rPr lang="de-DE" smtClean="0"/>
              <a:t>‹Nr.›</a:t>
            </a:fld>
            <a:endParaRPr lang="de-DE"/>
          </a:p>
        </p:txBody>
      </p:sp>
      <p:cxnSp>
        <p:nvCxnSpPr>
          <p:cNvPr id="31" name="Straight Connector 30"/>
          <p:cNvCxnSpPr/>
          <p:nvPr/>
        </p:nvCxnSpPr>
        <p:spPr>
          <a:xfrm>
            <a:off x="1085537" y="2357704"/>
            <a:ext cx="414551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04139232"/>
      </p:ext>
    </p:extLst>
  </p:cSld>
  <p:clrMapOvr>
    <a:masterClrMapping/>
  </p:clrMapOvr>
  <p:hf sldNum="0" hd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Vertical Text Placeholder 2"/>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3A0CBFE1-3493-43A9-A6F4-D33BE5BE4094}" type="datetimeFigureOut">
              <a:rPr lang="de-DE" smtClean="0"/>
              <a:t>07.05.2026</a:t>
            </a:fld>
            <a:endParaRPr lang="de-DE"/>
          </a:p>
        </p:txBody>
      </p:sp>
      <p:sp>
        <p:nvSpPr>
          <p:cNvPr id="5" name="Footer Placeholder 4"/>
          <p:cNvSpPr>
            <a:spLocks noGrp="1"/>
          </p:cNvSpPr>
          <p:nvPr>
            <p:ph type="ftr" sz="quarter" idx="11"/>
          </p:nvPr>
        </p:nvSpPr>
        <p:spPr/>
        <p:txBody>
          <a:bodyPr/>
          <a:lstStyle/>
          <a:p>
            <a:pPr algn="l"/>
            <a:r>
              <a:rPr lang="en-US"/>
              <a:t>Präsentationstitel</a:t>
            </a:r>
            <a:endParaRPr lang="en-US" dirty="0"/>
          </a:p>
        </p:txBody>
      </p:sp>
      <p:sp>
        <p:nvSpPr>
          <p:cNvPr id="6" name="Slide Number Placeholder 5"/>
          <p:cNvSpPr>
            <a:spLocks noGrp="1"/>
          </p:cNvSpPr>
          <p:nvPr>
            <p:ph type="sldNum" sz="quarter" idx="12"/>
          </p:nvPr>
        </p:nvSpPr>
        <p:spPr/>
        <p:txBody>
          <a:bodyPr/>
          <a:lstStyle/>
          <a:p>
            <a:fld id="{6248E8CC-A9B2-4BB2-AF6A-43729A524FE0}" type="slidenum">
              <a:rPr lang="de-DE" smtClean="0"/>
              <a:t>‹Nr.›</a:t>
            </a:fld>
            <a:endParaRPr lang="de-DE"/>
          </a:p>
        </p:txBody>
      </p:sp>
      <p:cxnSp>
        <p:nvCxnSpPr>
          <p:cNvPr id="26" name="Straight Connector 25"/>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14931243"/>
      </p:ext>
    </p:extLst>
  </p:cSld>
  <p:clrMapOvr>
    <a:masterClrMapping/>
  </p:clrMapOvr>
  <p:hf sldNum="0" hd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79333" y="599230"/>
            <a:ext cx="1211807" cy="3494917"/>
          </a:xfrm>
        </p:spPr>
        <p:txBody>
          <a:bodyPr vert="eaVert"/>
          <a:lstStyle>
            <a:lvl1pPr algn="l">
              <a:defRPr/>
            </a:lvl1pPr>
          </a:lstStyle>
          <a:p>
            <a:r>
              <a:rPr lang="de-DE"/>
              <a:t>Mastertitelformat bearbeiten</a:t>
            </a:r>
            <a:endParaRPr lang="en-US" dirty="0"/>
          </a:p>
        </p:txBody>
      </p:sp>
      <p:sp>
        <p:nvSpPr>
          <p:cNvPr id="3" name="Vertical Text Placeholder 2"/>
          <p:cNvSpPr>
            <a:spLocks noGrp="1"/>
          </p:cNvSpPr>
          <p:nvPr>
            <p:ph type="body" orient="vert" idx="1"/>
          </p:nvPr>
        </p:nvSpPr>
        <p:spPr>
          <a:xfrm>
            <a:off x="1083504" y="599230"/>
            <a:ext cx="5871623" cy="3494917"/>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3A0CBFE1-3493-43A9-A6F4-D33BE5BE4094}" type="datetimeFigureOut">
              <a:rPr lang="de-DE" smtClean="0"/>
              <a:t>07.05.2026</a:t>
            </a:fld>
            <a:endParaRPr lang="de-DE"/>
          </a:p>
        </p:txBody>
      </p:sp>
      <p:sp>
        <p:nvSpPr>
          <p:cNvPr id="5" name="Footer Placeholder 4"/>
          <p:cNvSpPr>
            <a:spLocks noGrp="1"/>
          </p:cNvSpPr>
          <p:nvPr>
            <p:ph type="ftr" sz="quarter" idx="11"/>
          </p:nvPr>
        </p:nvSpPr>
        <p:spPr/>
        <p:txBody>
          <a:bodyPr/>
          <a:lstStyle/>
          <a:p>
            <a:pPr algn="l"/>
            <a:r>
              <a:rPr lang="en-US"/>
              <a:t>Präsentationstitel</a:t>
            </a:r>
            <a:endParaRPr lang="en-US" dirty="0"/>
          </a:p>
        </p:txBody>
      </p:sp>
      <p:sp>
        <p:nvSpPr>
          <p:cNvPr id="6" name="Slide Number Placeholder 5"/>
          <p:cNvSpPr>
            <a:spLocks noGrp="1"/>
          </p:cNvSpPr>
          <p:nvPr>
            <p:ph type="sldNum" sz="quarter" idx="12"/>
          </p:nvPr>
        </p:nvSpPr>
        <p:spPr/>
        <p:txBody>
          <a:bodyPr/>
          <a:lstStyle/>
          <a:p>
            <a:fld id="{6248E8CC-A9B2-4BB2-AF6A-43729A524FE0}" type="slidenum">
              <a:rPr lang="de-DE" smtClean="0"/>
              <a:t>‹Nr.›</a:t>
            </a:fld>
            <a:endParaRPr lang="de-DE"/>
          </a:p>
        </p:txBody>
      </p:sp>
      <p:cxnSp>
        <p:nvCxnSpPr>
          <p:cNvPr id="15" name="Straight Connector 14"/>
          <p:cNvCxnSpPr/>
          <p:nvPr/>
        </p:nvCxnSpPr>
        <p:spPr>
          <a:xfrm>
            <a:off x="7079333" y="599230"/>
            <a:ext cx="0" cy="3494917"/>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9366541"/>
      </p:ext>
    </p:extLst>
  </p:cSld>
  <p:clrMapOvr>
    <a:masterClrMapping/>
  </p:clrMapOvr>
  <p:hf sldNum="0" hdr="0" dt="0"/>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userDrawn="1">
  <p:cSld name="08_Titel_Platzhalter_Weiß">
    <p:spTree>
      <p:nvGrpSpPr>
        <p:cNvPr id="1" name=""/>
        <p:cNvGrpSpPr/>
        <p:nvPr/>
      </p:nvGrpSpPr>
      <p:grpSpPr>
        <a:xfrm>
          <a:off x="0" y="0"/>
          <a:ext cx="0" cy="0"/>
          <a:chOff x="0" y="0"/>
          <a:chExt cx="0" cy="0"/>
        </a:xfrm>
      </p:grpSpPr>
      <p:sp>
        <p:nvSpPr>
          <p:cNvPr id="21" name="Text Placeholder 29">
            <a:extLst>
              <a:ext uri="{FF2B5EF4-FFF2-40B4-BE49-F238E27FC236}">
                <a16:creationId xmlns:a16="http://schemas.microsoft.com/office/drawing/2014/main" id="{7A85E009-DB31-427F-B2E2-F762C7A4F600}"/>
              </a:ext>
            </a:extLst>
          </p:cNvPr>
          <p:cNvSpPr>
            <a:spLocks noGrp="1"/>
          </p:cNvSpPr>
          <p:nvPr userDrawn="1">
            <p:ph type="body" sz="quarter" idx="12" hasCustomPrompt="1"/>
          </p:nvPr>
        </p:nvSpPr>
        <p:spPr bwMode="gray">
          <a:xfrm>
            <a:off x="330201" y="3768878"/>
            <a:ext cx="3958399" cy="169277"/>
          </a:xfrm>
          <a:prstGeom prst="rect">
            <a:avLst/>
          </a:prstGeom>
        </p:spPr>
        <p:txBody>
          <a:bodyPr vert="horz" wrap="square" lIns="0" tIns="0" rIns="0" bIns="0" rtlCol="0" anchor="b" anchorCtr="0">
            <a:noAutofit/>
          </a:bodyPr>
          <a:lstStyle>
            <a:lvl1pPr algn="l" defTabSz="685584" rtl="0" eaLnBrk="1" latinLnBrk="0" hangingPunct="1">
              <a:lnSpc>
                <a:spcPct val="100000"/>
              </a:lnSpc>
              <a:spcBef>
                <a:spcPct val="0"/>
              </a:spcBef>
              <a:buNone/>
              <a:defRPr lang="en-GB" sz="1100" b="1" kern="1200" cap="none" baseline="0" dirty="0" smtClean="0">
                <a:solidFill>
                  <a:schemeClr val="tx1"/>
                </a:solidFill>
                <a:latin typeface="+mj-lt"/>
                <a:ea typeface="+mj-ea"/>
                <a:cs typeface="+mj-cs"/>
              </a:defRPr>
            </a:lvl1pPr>
            <a:lvl2pPr>
              <a:defRPr sz="900" b="0" cap="all" baseline="0">
                <a:solidFill>
                  <a:schemeClr val="bg1"/>
                </a:solidFill>
              </a:defRPr>
            </a:lvl2pPr>
            <a:lvl3pPr>
              <a:defRPr sz="900" b="0" cap="all" baseline="0">
                <a:solidFill>
                  <a:schemeClr val="bg1"/>
                </a:solidFill>
              </a:defRPr>
            </a:lvl3pPr>
            <a:lvl4pPr>
              <a:defRPr sz="900" b="0" cap="all" baseline="0">
                <a:solidFill>
                  <a:schemeClr val="bg1"/>
                </a:solidFill>
              </a:defRPr>
            </a:lvl4pPr>
            <a:lvl5pPr>
              <a:defRPr sz="900" b="0" cap="all" baseline="0">
                <a:solidFill>
                  <a:schemeClr val="bg1"/>
                </a:solidFill>
              </a:defRPr>
            </a:lvl5pPr>
          </a:lstStyle>
          <a:p>
            <a:pPr lvl="0"/>
            <a:r>
              <a:rPr lang="de-DE" noProof="0" dirty="0"/>
              <a:t>Autor</a:t>
            </a:r>
          </a:p>
        </p:txBody>
      </p:sp>
      <p:sp>
        <p:nvSpPr>
          <p:cNvPr id="22" name="Textplatzhalter 5">
            <a:extLst>
              <a:ext uri="{FF2B5EF4-FFF2-40B4-BE49-F238E27FC236}">
                <a16:creationId xmlns:a16="http://schemas.microsoft.com/office/drawing/2014/main" id="{F7A2250A-B96E-462E-9145-81B4EA0B32BD}"/>
              </a:ext>
            </a:extLst>
          </p:cNvPr>
          <p:cNvSpPr>
            <a:spLocks noGrp="1"/>
          </p:cNvSpPr>
          <p:nvPr userDrawn="1">
            <p:ph type="body" sz="quarter" idx="15" hasCustomPrompt="1"/>
          </p:nvPr>
        </p:nvSpPr>
        <p:spPr bwMode="gray">
          <a:xfrm>
            <a:off x="323851" y="1602696"/>
            <a:ext cx="8509000" cy="259406"/>
          </a:xfrm>
          <a:prstGeom prst="rect">
            <a:avLst/>
          </a:prstGeom>
        </p:spPr>
        <p:txBody>
          <a:bodyPr vert="horz" lIns="0" tIns="0" rIns="0" bIns="0" rtlCol="0" anchor="t">
            <a:noAutofit/>
          </a:bodyPr>
          <a:lstStyle>
            <a:lvl1pPr marL="0" indent="0" algn="l" defTabSz="685584" rtl="0" eaLnBrk="1" latinLnBrk="0" hangingPunct="1">
              <a:lnSpc>
                <a:spcPct val="80000"/>
              </a:lnSpc>
              <a:spcBef>
                <a:spcPts val="0"/>
              </a:spcBef>
              <a:spcAft>
                <a:spcPts val="0"/>
              </a:spcAft>
              <a:buFont typeface="Arial" pitchFamily="34" charset="0"/>
              <a:buNone/>
              <a:defRPr lang="de-DE" sz="1800" b="0" kern="1200" dirty="0" smtClean="0">
                <a:solidFill>
                  <a:schemeClr val="tx1"/>
                </a:solidFill>
                <a:latin typeface="+mn-lt"/>
                <a:ea typeface="+mn-ea"/>
                <a:cs typeface="+mn-cs"/>
              </a:defRPr>
            </a:lvl1pPr>
            <a:lvl2pPr>
              <a:defRPr lang="de-DE" smtClean="0"/>
            </a:lvl2pPr>
            <a:lvl3pPr>
              <a:defRPr lang="de-DE" smtClean="0"/>
            </a:lvl3pPr>
            <a:lvl4pPr>
              <a:defRPr lang="de-DE" smtClean="0"/>
            </a:lvl4pPr>
            <a:lvl5pPr>
              <a:defRPr lang="de-DE"/>
            </a:lvl5pPr>
          </a:lstStyle>
          <a:p>
            <a:pPr marL="0" lvl="0" indent="0" algn="l" defTabSz="685584" rtl="0" eaLnBrk="1" latinLnBrk="0" hangingPunct="1">
              <a:lnSpc>
                <a:spcPct val="80000"/>
              </a:lnSpc>
              <a:spcBef>
                <a:spcPts val="0"/>
              </a:spcBef>
              <a:spcAft>
                <a:spcPts val="0"/>
              </a:spcAft>
              <a:buFont typeface="Arial" pitchFamily="34" charset="0"/>
              <a:buNone/>
            </a:pPr>
            <a:r>
              <a:rPr lang="de-DE" dirty="0"/>
              <a:t>Geben Sie Ihren Untertitel ein</a:t>
            </a:r>
          </a:p>
        </p:txBody>
      </p:sp>
      <p:sp>
        <p:nvSpPr>
          <p:cNvPr id="23" name="Titel 3">
            <a:extLst>
              <a:ext uri="{FF2B5EF4-FFF2-40B4-BE49-F238E27FC236}">
                <a16:creationId xmlns:a16="http://schemas.microsoft.com/office/drawing/2014/main" id="{101EDDE5-0BF2-477A-88D5-0A86E5235E7F}"/>
              </a:ext>
            </a:extLst>
          </p:cNvPr>
          <p:cNvSpPr>
            <a:spLocks noGrp="1"/>
          </p:cNvSpPr>
          <p:nvPr userDrawn="1">
            <p:ph type="title"/>
          </p:nvPr>
        </p:nvSpPr>
        <p:spPr>
          <a:xfrm>
            <a:off x="323850" y="1253412"/>
            <a:ext cx="8496299" cy="316182"/>
          </a:xfrm>
          <a:prstGeom prst="rect">
            <a:avLst/>
          </a:prstGeom>
        </p:spPr>
        <p:txBody>
          <a:bodyPr lIns="0" tIns="0" rIns="0" bIns="0" anchor="t"/>
          <a:lstStyle>
            <a:lvl1pPr marL="0" algn="l" defTabSz="685584" rtl="0" eaLnBrk="1" latinLnBrk="0" hangingPunct="1">
              <a:lnSpc>
                <a:spcPct val="80000"/>
              </a:lnSpc>
              <a:spcBef>
                <a:spcPct val="0"/>
              </a:spcBef>
              <a:buNone/>
              <a:defRPr lang="de-DE" sz="2400" b="1" kern="1200" cap="all" spc="0" baseline="0" dirty="0">
                <a:solidFill>
                  <a:schemeClr val="tx1"/>
                </a:solidFill>
                <a:latin typeface="+mj-lt"/>
                <a:ea typeface="+mj-ea"/>
                <a:cs typeface="+mj-cs"/>
              </a:defRPr>
            </a:lvl1pPr>
          </a:lstStyle>
          <a:p>
            <a:r>
              <a:rPr lang="de-DE"/>
              <a:t>Mastertitelformat bearbeiten</a:t>
            </a:r>
            <a:endParaRPr lang="de-DE" dirty="0"/>
          </a:p>
        </p:txBody>
      </p:sp>
      <p:sp>
        <p:nvSpPr>
          <p:cNvPr id="11" name="Textplatzhalter 2">
            <a:extLst>
              <a:ext uri="{FF2B5EF4-FFF2-40B4-BE49-F238E27FC236}">
                <a16:creationId xmlns:a16="http://schemas.microsoft.com/office/drawing/2014/main" id="{010711FE-C0E4-4EFB-960F-0D6234810EF1}"/>
              </a:ext>
            </a:extLst>
          </p:cNvPr>
          <p:cNvSpPr>
            <a:spLocks noGrp="1"/>
          </p:cNvSpPr>
          <p:nvPr>
            <p:ph type="body" sz="quarter" idx="23" hasCustomPrompt="1"/>
          </p:nvPr>
        </p:nvSpPr>
        <p:spPr>
          <a:xfrm>
            <a:off x="7057738" y="4670679"/>
            <a:ext cx="1764000" cy="284400"/>
          </a:xfrm>
          <a:blipFill dpi="0" rotWithShape="1">
            <a:blip r:embed="rId2">
              <a:extLst>
                <a:ext uri="{28A0092B-C50C-407E-A947-70E740481C1C}">
                  <a14:useLocalDpi xmlns:a14="http://schemas.microsoft.com/office/drawing/2010/main" val="0"/>
                </a:ext>
              </a:extLst>
            </a:blip>
            <a:srcRect/>
            <a:stretch>
              <a:fillRect/>
            </a:stretch>
          </a:blipFill>
        </p:spPr>
        <p:txBody>
          <a:bodyPr/>
          <a:lstStyle>
            <a:lvl5pPr marL="539750" indent="0">
              <a:buNone/>
              <a:defRPr/>
            </a:lvl5pPr>
          </a:lstStyle>
          <a:p>
            <a:pPr lvl="4"/>
            <a:r>
              <a:rPr lang="de-DE" dirty="0"/>
              <a:t> </a:t>
            </a:r>
          </a:p>
        </p:txBody>
      </p:sp>
    </p:spTree>
    <p:extLst>
      <p:ext uri="{BB962C8B-B14F-4D97-AF65-F5344CB8AC3E}">
        <p14:creationId xmlns:p14="http://schemas.microsoft.com/office/powerpoint/2010/main" val="178773863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01_Inhalt">
    <p:bg bwMode="gray">
      <p:bgRef idx="1001">
        <a:schemeClr val="bg1"/>
      </p:bgRef>
    </p:bg>
    <p:spTree>
      <p:nvGrpSpPr>
        <p:cNvPr id="1" name=""/>
        <p:cNvGrpSpPr/>
        <p:nvPr/>
      </p:nvGrpSpPr>
      <p:grpSpPr>
        <a:xfrm>
          <a:off x="0" y="0"/>
          <a:ext cx="0" cy="0"/>
          <a:chOff x="0" y="0"/>
          <a:chExt cx="0" cy="0"/>
        </a:xfrm>
      </p:grpSpPr>
      <p:sp>
        <p:nvSpPr>
          <p:cNvPr id="3" name="Textplatzhalter 2"/>
          <p:cNvSpPr>
            <a:spLocks noGrp="1"/>
          </p:cNvSpPr>
          <p:nvPr>
            <p:ph type="body" sz="quarter" idx="16" hasCustomPrompt="1"/>
          </p:nvPr>
        </p:nvSpPr>
        <p:spPr>
          <a:xfrm>
            <a:off x="323851" y="1249199"/>
            <a:ext cx="8496299" cy="3230725"/>
          </a:xfrm>
          <a:prstGeom prst="rect">
            <a:avLst/>
          </a:prstGeom>
        </p:spPr>
        <p:txBody>
          <a:bodyPr lIns="0" tIns="0" rIns="0" bIns="0"/>
          <a:lstStyle>
            <a:lvl1pPr marL="0" marR="0" indent="0" algn="l" defTabSz="685584" rtl="0" eaLnBrk="1" fontAlgn="auto" latinLnBrk="0" hangingPunct="1">
              <a:lnSpc>
                <a:spcPct val="100000"/>
              </a:lnSpc>
              <a:spcBef>
                <a:spcPts val="0"/>
              </a:spcBef>
              <a:spcAft>
                <a:spcPts val="450"/>
              </a:spcAft>
              <a:buClrTx/>
              <a:buSzTx/>
              <a:buFont typeface="Arial" pitchFamily="34" charset="0"/>
              <a:buNone/>
              <a:tabLst/>
              <a:defRPr/>
            </a:lvl1pPr>
            <a:lvl2pPr marL="269875" marR="0" indent="-269875" algn="l" defTabSz="685584" rtl="0" eaLnBrk="1" fontAlgn="auto" latinLnBrk="0" hangingPunct="1">
              <a:lnSpc>
                <a:spcPct val="100000"/>
              </a:lnSpc>
              <a:spcBef>
                <a:spcPts val="0"/>
              </a:spcBef>
              <a:spcAft>
                <a:spcPts val="450"/>
              </a:spcAft>
              <a:buClr>
                <a:srgbClr val="ED1A3B"/>
              </a:buClr>
              <a:buSzPct val="80000"/>
              <a:buFont typeface="Wingdings 3" panose="05040102010807070707" pitchFamily="18" charset="2"/>
              <a:buChar char=""/>
              <a:tabLst/>
              <a:defRPr/>
            </a:lvl2pPr>
            <a:lvl3pPr marL="539750" marR="0" indent="-269875" algn="l" defTabSz="685584" rtl="0" eaLnBrk="1" fontAlgn="auto" latinLnBrk="0" hangingPunct="1">
              <a:lnSpc>
                <a:spcPct val="100000"/>
              </a:lnSpc>
              <a:spcBef>
                <a:spcPts val="0"/>
              </a:spcBef>
              <a:spcAft>
                <a:spcPts val="450"/>
              </a:spcAft>
              <a:buClr>
                <a:srgbClr val="ED1A3B"/>
              </a:buClr>
              <a:buSzPct val="100000"/>
              <a:buFont typeface="Arial" panose="020B0604020202020204" pitchFamily="34" charset="0"/>
              <a:buChar char="‒"/>
              <a:tabLst/>
              <a:defRPr/>
            </a:lvl3pPr>
            <a:lvl4pPr marL="809625" marR="0" indent="-269875" algn="l" defTabSz="685584" rtl="0" eaLnBrk="1" fontAlgn="auto" latinLnBrk="0" hangingPunct="1">
              <a:lnSpc>
                <a:spcPct val="100000"/>
              </a:lnSpc>
              <a:spcBef>
                <a:spcPts val="0"/>
              </a:spcBef>
              <a:spcAft>
                <a:spcPts val="450"/>
              </a:spcAft>
              <a:buClr>
                <a:srgbClr val="ED1A3B"/>
              </a:buClr>
              <a:buSzTx/>
              <a:buFont typeface="Arial" panose="020B0604020202020204" pitchFamily="34" charset="0"/>
              <a:buChar char="‒"/>
              <a:tabLst/>
              <a:defRPr/>
            </a:lvl4pPr>
            <a:lvl5pPr marL="809625" marR="0" indent="-269875" algn="l" defTabSz="685584" rtl="0" eaLnBrk="1" fontAlgn="auto" latinLnBrk="0" hangingPunct="1">
              <a:lnSpc>
                <a:spcPct val="100000"/>
              </a:lnSpc>
              <a:spcBef>
                <a:spcPts val="0"/>
              </a:spcBef>
              <a:spcAft>
                <a:spcPts val="450"/>
              </a:spcAft>
              <a:buClr>
                <a:srgbClr val="ED1A3B"/>
              </a:buClr>
              <a:buSzTx/>
              <a:buFont typeface="Symbol" panose="05050102010706020507" pitchFamily="18" charset="2"/>
              <a:buChar char="-"/>
              <a:tabLst/>
              <a:defRPr/>
            </a:lvl5pPr>
            <a:lvl8pPr marL="803275" marR="0" indent="-263525" algn="l" defTabSz="685584" rtl="0" eaLnBrk="1" fontAlgn="auto" latinLnBrk="0" hangingPunct="1">
              <a:lnSpc>
                <a:spcPct val="100000"/>
              </a:lnSpc>
              <a:spcBef>
                <a:spcPts val="0"/>
              </a:spcBef>
              <a:spcAft>
                <a:spcPts val="450"/>
              </a:spcAft>
              <a:buClr>
                <a:srgbClr val="ED1A3B"/>
              </a:buClr>
              <a:buSzTx/>
              <a:buFont typeface="Symbol" panose="05050102010706020507" pitchFamily="18" charset="2"/>
              <a:buChar char="-"/>
              <a:tabLst/>
              <a:defRPr/>
            </a:lvl8pPr>
            <a:lvl9pPr marL="803275" marR="0" indent="-263525" algn="l" defTabSz="685584" rtl="0" eaLnBrk="1" fontAlgn="auto" latinLnBrk="0" hangingPunct="1">
              <a:lnSpc>
                <a:spcPct val="100000"/>
              </a:lnSpc>
              <a:spcBef>
                <a:spcPts val="0"/>
              </a:spcBef>
              <a:spcAft>
                <a:spcPts val="450"/>
              </a:spcAft>
              <a:buClr>
                <a:srgbClr val="ED1A3B"/>
              </a:buClr>
              <a:buSzTx/>
              <a:buFont typeface="Symbol" panose="05050102010706020507" pitchFamily="18" charset="2"/>
              <a:buChar char="-"/>
              <a:tabLst/>
              <a:defRPr/>
            </a:lvl9pPr>
          </a:lstStyle>
          <a:p>
            <a:pPr marL="0" marR="0" lvl="0" indent="0" algn="l" defTabSz="685584" rtl="0" eaLnBrk="1" fontAlgn="auto" latinLnBrk="0" hangingPunct="1">
              <a:lnSpc>
                <a:spcPct val="100000"/>
              </a:lnSpc>
              <a:spcBef>
                <a:spcPts val="0"/>
              </a:spcBef>
              <a:spcAft>
                <a:spcPts val="450"/>
              </a:spcAft>
              <a:buClrTx/>
              <a:buSzTx/>
              <a:buFont typeface="Arial" pitchFamily="34" charset="0"/>
              <a:buNone/>
              <a:tabLst/>
              <a:defRPr/>
            </a:pPr>
            <a:r>
              <a:rPr kumimoji="0" lang="de-DE" sz="1600" b="0" i="0" u="none" strike="noStrike" kern="1200" cap="none" spc="0" normalizeH="0" baseline="0" noProof="0" dirty="0">
                <a:ln>
                  <a:noFill/>
                </a:ln>
                <a:solidFill>
                  <a:srgbClr val="404040"/>
                </a:solidFill>
                <a:effectLst/>
                <a:uLnTx/>
                <a:uFillTx/>
                <a:latin typeface="+mn-lt"/>
                <a:ea typeface="+mn-ea"/>
                <a:cs typeface="+mn-cs"/>
              </a:rPr>
              <a:t>Textmasterformat bearbeiten</a:t>
            </a:r>
          </a:p>
          <a:p>
            <a:pPr marL="269875" marR="0" lvl="1" indent="-269875" algn="l" defTabSz="685584" rtl="0" eaLnBrk="1" fontAlgn="auto" latinLnBrk="0" hangingPunct="1">
              <a:lnSpc>
                <a:spcPct val="100000"/>
              </a:lnSpc>
              <a:spcBef>
                <a:spcPts val="0"/>
              </a:spcBef>
              <a:spcAft>
                <a:spcPts val="450"/>
              </a:spcAft>
              <a:buClr>
                <a:srgbClr val="ED1A3B"/>
              </a:buClr>
              <a:buSzPct val="80000"/>
              <a:buFont typeface="Wingdings 3" panose="05040102010807070707" pitchFamily="18" charset="2"/>
              <a:buChar char=""/>
              <a:tabLst/>
              <a:defRPr/>
            </a:pPr>
            <a:r>
              <a:rPr kumimoji="0" lang="de-DE" sz="1600" b="0" i="0" u="none" strike="noStrike" kern="1200" cap="none" spc="0" normalizeH="0" baseline="0" noProof="0" dirty="0">
                <a:ln>
                  <a:noFill/>
                </a:ln>
                <a:solidFill>
                  <a:srgbClr val="404040"/>
                </a:solidFill>
                <a:effectLst/>
                <a:uLnTx/>
                <a:uFillTx/>
                <a:latin typeface="+mn-lt"/>
                <a:ea typeface="+mn-ea"/>
                <a:cs typeface="+mn-cs"/>
              </a:rPr>
              <a:t>Zweite Ebene</a:t>
            </a:r>
          </a:p>
          <a:p>
            <a:pPr marL="539750" marR="0" lvl="2" indent="-269875" algn="l" defTabSz="685584" rtl="0" eaLnBrk="1" fontAlgn="auto" latinLnBrk="0" hangingPunct="1">
              <a:lnSpc>
                <a:spcPct val="100000"/>
              </a:lnSpc>
              <a:spcBef>
                <a:spcPts val="0"/>
              </a:spcBef>
              <a:spcAft>
                <a:spcPts val="450"/>
              </a:spcAft>
              <a:buClr>
                <a:srgbClr val="ED1A3B"/>
              </a:buClr>
              <a:buSzPct val="100000"/>
              <a:buFont typeface="Arial" panose="020B0604020202020204" pitchFamily="34" charset="0"/>
              <a:buChar char="‒"/>
              <a:tabLst/>
              <a:defRPr/>
            </a:pPr>
            <a:r>
              <a:rPr kumimoji="0" lang="de-DE" sz="1600" b="0" i="0" u="none" strike="noStrike" kern="1200" cap="none" spc="0" normalizeH="0" baseline="0" noProof="0" dirty="0">
                <a:ln>
                  <a:noFill/>
                </a:ln>
                <a:solidFill>
                  <a:srgbClr val="404040"/>
                </a:solidFill>
                <a:effectLst/>
                <a:uLnTx/>
                <a:uFillTx/>
                <a:latin typeface="+mn-lt"/>
                <a:ea typeface="+mn-ea"/>
                <a:cs typeface="+mn-cs"/>
              </a:rPr>
              <a:t>Dritte Ebene</a:t>
            </a:r>
          </a:p>
          <a:p>
            <a:pPr marL="809625" marR="0" lvl="3" indent="-269875" algn="l" defTabSz="685584" rtl="0" eaLnBrk="1" fontAlgn="auto" latinLnBrk="0" hangingPunct="1">
              <a:lnSpc>
                <a:spcPct val="100000"/>
              </a:lnSpc>
              <a:spcBef>
                <a:spcPts val="0"/>
              </a:spcBef>
              <a:spcAft>
                <a:spcPts val="450"/>
              </a:spcAft>
              <a:buClr>
                <a:srgbClr val="ED1A3B"/>
              </a:buClr>
              <a:buSzTx/>
              <a:buFont typeface="Arial" panose="020B0604020202020204" pitchFamily="34" charset="0"/>
              <a:buChar char="‒"/>
              <a:tabLst/>
              <a:defRPr/>
            </a:pPr>
            <a:r>
              <a:rPr kumimoji="0" lang="de-DE" sz="1600" b="0" i="0" u="none" strike="noStrike" kern="1200" cap="none" spc="0" normalizeH="0" baseline="0" noProof="0" dirty="0">
                <a:ln>
                  <a:noFill/>
                </a:ln>
                <a:solidFill>
                  <a:srgbClr val="404040"/>
                </a:solidFill>
                <a:effectLst/>
                <a:uLnTx/>
                <a:uFillTx/>
                <a:latin typeface="+mn-lt"/>
                <a:ea typeface="+mn-ea"/>
                <a:cs typeface="+mn-cs"/>
              </a:rPr>
              <a:t>Vierte Ebene</a:t>
            </a:r>
          </a:p>
          <a:p>
            <a:pPr marL="809625" marR="0" lvl="4" indent="-269875" algn="l" defTabSz="685584" rtl="0" eaLnBrk="1" fontAlgn="auto" latinLnBrk="0" hangingPunct="1">
              <a:lnSpc>
                <a:spcPct val="100000"/>
              </a:lnSpc>
              <a:spcBef>
                <a:spcPts val="0"/>
              </a:spcBef>
              <a:spcAft>
                <a:spcPts val="450"/>
              </a:spcAft>
              <a:buClr>
                <a:srgbClr val="ED1A3B"/>
              </a:buClr>
              <a:buSzTx/>
              <a:buFont typeface="Symbol" panose="05050102010706020507" pitchFamily="18" charset="2"/>
              <a:buChar char="-"/>
              <a:tabLst/>
              <a:defRPr/>
            </a:pPr>
            <a:r>
              <a:rPr kumimoji="0" lang="de-DE" sz="1200" b="0" i="0" u="none" strike="noStrike" kern="1200" cap="none" spc="0" normalizeH="0" baseline="0" noProof="0" dirty="0">
                <a:ln>
                  <a:noFill/>
                </a:ln>
                <a:solidFill>
                  <a:srgbClr val="404040"/>
                </a:solidFill>
                <a:effectLst/>
                <a:uLnTx/>
                <a:uFillTx/>
                <a:latin typeface="+mn-lt"/>
                <a:ea typeface="+mn-ea"/>
                <a:cs typeface="+mn-cs"/>
              </a:rPr>
              <a:t>Fünfte Ebene</a:t>
            </a:r>
          </a:p>
          <a:p>
            <a:pPr marL="803275" marR="0" lvl="7" indent="-263525" algn="l" defTabSz="685584" rtl="0" eaLnBrk="1" fontAlgn="auto" latinLnBrk="0" hangingPunct="1">
              <a:lnSpc>
                <a:spcPct val="100000"/>
              </a:lnSpc>
              <a:spcBef>
                <a:spcPts val="0"/>
              </a:spcBef>
              <a:spcAft>
                <a:spcPts val="450"/>
              </a:spcAft>
              <a:buClr>
                <a:srgbClr val="ED1A3B"/>
              </a:buClr>
              <a:buSzTx/>
              <a:buFont typeface="Symbol" panose="05050102010706020507" pitchFamily="18" charset="2"/>
              <a:buChar char="-"/>
              <a:tabLst/>
              <a:defRPr/>
            </a:pPr>
            <a:endParaRPr kumimoji="0" lang="de-DE" sz="1600" b="0" i="0" u="none" strike="noStrike" kern="1200" cap="none" spc="0" normalizeH="0" baseline="0" noProof="0" dirty="0">
              <a:ln>
                <a:noFill/>
              </a:ln>
              <a:solidFill>
                <a:srgbClr val="404040"/>
              </a:solidFill>
              <a:effectLst/>
              <a:uLnTx/>
              <a:uFillTx/>
              <a:latin typeface="+mn-lt"/>
              <a:ea typeface="+mn-ea"/>
              <a:cs typeface="+mn-cs"/>
            </a:endParaRPr>
          </a:p>
          <a:p>
            <a:pPr marL="0" marR="0" lvl="0" indent="0" algn="l" defTabSz="685584" rtl="0" eaLnBrk="1" fontAlgn="auto" latinLnBrk="0" hangingPunct="1">
              <a:lnSpc>
                <a:spcPct val="100000"/>
              </a:lnSpc>
              <a:spcBef>
                <a:spcPts val="0"/>
              </a:spcBef>
              <a:spcAft>
                <a:spcPts val="450"/>
              </a:spcAft>
              <a:buClrTx/>
              <a:buSzTx/>
              <a:buFont typeface="Arial" pitchFamily="34" charset="0"/>
              <a:buNone/>
              <a:tabLst/>
              <a:defRPr/>
            </a:pPr>
            <a:endParaRPr kumimoji="0" lang="de-DE" sz="1600" b="0" i="0" u="none" strike="noStrike" kern="1200" cap="none" spc="0" normalizeH="0" baseline="0" noProof="0" dirty="0">
              <a:ln>
                <a:noFill/>
              </a:ln>
              <a:solidFill>
                <a:srgbClr val="404040"/>
              </a:solidFill>
              <a:effectLst/>
              <a:uLnTx/>
              <a:uFillTx/>
              <a:latin typeface="+mn-lt"/>
              <a:ea typeface="+mn-ea"/>
              <a:cs typeface="+mn-cs"/>
            </a:endParaRPr>
          </a:p>
        </p:txBody>
      </p:sp>
      <p:sp>
        <p:nvSpPr>
          <p:cNvPr id="8" name="Fußzeile">
            <a:extLst>
              <a:ext uri="{FF2B5EF4-FFF2-40B4-BE49-F238E27FC236}">
                <a16:creationId xmlns:a16="http://schemas.microsoft.com/office/drawing/2014/main" id="{B417A783-4EF7-43AD-8F13-16E30197D1D1}"/>
              </a:ext>
            </a:extLst>
          </p:cNvPr>
          <p:cNvSpPr>
            <a:spLocks noGrp="1"/>
          </p:cNvSpPr>
          <p:nvPr>
            <p:ph type="ftr" sz="quarter" idx="3"/>
          </p:nvPr>
        </p:nvSpPr>
        <p:spPr bwMode="gray">
          <a:xfrm>
            <a:off x="977693" y="4852618"/>
            <a:ext cx="4320000" cy="123111"/>
          </a:xfrm>
          <a:prstGeom prst="rect">
            <a:avLst/>
          </a:prstGeom>
        </p:spPr>
        <p:txBody>
          <a:bodyPr vert="horz" lIns="0" tIns="0" rIns="0" bIns="0" rtlCol="0" anchor="b"/>
          <a:lstStyle>
            <a:lvl1pPr algn="ctr">
              <a:defRPr lang="de-DE" sz="800" kern="1200" dirty="0" smtClean="0">
                <a:solidFill>
                  <a:schemeClr val="tx1"/>
                </a:solidFill>
                <a:latin typeface="+mn-lt"/>
                <a:ea typeface="+mn-ea"/>
                <a:cs typeface="+mn-cs"/>
              </a:defRPr>
            </a:lvl1pPr>
          </a:lstStyle>
          <a:p>
            <a:pPr algn="l"/>
            <a:r>
              <a:rPr lang="en-US"/>
              <a:t>Präsentationstitel</a:t>
            </a:r>
            <a:endParaRPr lang="en-US" dirty="0"/>
          </a:p>
        </p:txBody>
      </p:sp>
      <p:sp>
        <p:nvSpPr>
          <p:cNvPr id="7" name="Textplatzhalter 5">
            <a:extLst>
              <a:ext uri="{FF2B5EF4-FFF2-40B4-BE49-F238E27FC236}">
                <a16:creationId xmlns:a16="http://schemas.microsoft.com/office/drawing/2014/main" id="{164B37A8-86E6-4FE4-9A45-10D1D0E8F027}"/>
              </a:ext>
            </a:extLst>
          </p:cNvPr>
          <p:cNvSpPr>
            <a:spLocks noGrp="1"/>
          </p:cNvSpPr>
          <p:nvPr>
            <p:ph type="body" sz="quarter" idx="15" hasCustomPrompt="1"/>
          </p:nvPr>
        </p:nvSpPr>
        <p:spPr bwMode="gray">
          <a:xfrm>
            <a:off x="323852" y="869975"/>
            <a:ext cx="8496298" cy="259406"/>
          </a:xfrm>
          <a:prstGeom prst="rect">
            <a:avLst/>
          </a:prstGeom>
        </p:spPr>
        <p:txBody>
          <a:bodyPr vert="horz" lIns="0" tIns="0" rIns="0" bIns="0" rtlCol="0" anchor="t">
            <a:noAutofit/>
          </a:bodyPr>
          <a:lstStyle>
            <a:lvl1pPr marL="0" indent="0" algn="l" defTabSz="685584" rtl="0" eaLnBrk="1" latinLnBrk="0" hangingPunct="1">
              <a:lnSpc>
                <a:spcPct val="80000"/>
              </a:lnSpc>
              <a:spcBef>
                <a:spcPts val="0"/>
              </a:spcBef>
              <a:spcAft>
                <a:spcPts val="0"/>
              </a:spcAft>
              <a:buFont typeface="Arial" pitchFamily="34" charset="0"/>
              <a:buNone/>
              <a:defRPr lang="de-DE" sz="1800" b="0" kern="1200" smtClean="0">
                <a:solidFill>
                  <a:schemeClr val="tx1"/>
                </a:solidFill>
                <a:latin typeface="+mn-lt"/>
                <a:ea typeface="+mn-ea"/>
                <a:cs typeface="+mn-cs"/>
              </a:defRPr>
            </a:lvl1pPr>
            <a:lvl2pPr>
              <a:defRPr lang="de-DE" smtClean="0"/>
            </a:lvl2pPr>
            <a:lvl3pPr>
              <a:defRPr lang="de-DE" smtClean="0"/>
            </a:lvl3pPr>
            <a:lvl4pPr>
              <a:defRPr lang="de-DE" smtClean="0"/>
            </a:lvl4pPr>
            <a:lvl5pPr>
              <a:defRPr lang="de-DE"/>
            </a:lvl5pPr>
          </a:lstStyle>
          <a:p>
            <a:pPr marL="0" lvl="0" indent="0" algn="l" defTabSz="685584" rtl="0" eaLnBrk="1" latinLnBrk="0" hangingPunct="1">
              <a:lnSpc>
                <a:spcPct val="80000"/>
              </a:lnSpc>
              <a:spcBef>
                <a:spcPts val="0"/>
              </a:spcBef>
              <a:spcAft>
                <a:spcPts val="0"/>
              </a:spcAft>
              <a:buFont typeface="Arial" pitchFamily="34" charset="0"/>
              <a:buNone/>
            </a:pPr>
            <a:r>
              <a:rPr lang="de-DE" dirty="0"/>
              <a:t>Geben Sie Ihren Untertitel ein</a:t>
            </a:r>
          </a:p>
        </p:txBody>
      </p:sp>
      <p:sp>
        <p:nvSpPr>
          <p:cNvPr id="9" name="Titelplatzhalter 3">
            <a:extLst>
              <a:ext uri="{FF2B5EF4-FFF2-40B4-BE49-F238E27FC236}">
                <a16:creationId xmlns:a16="http://schemas.microsoft.com/office/drawing/2014/main" id="{AFB74769-47A5-44D8-AB48-C5CEE20BFD29}"/>
              </a:ext>
            </a:extLst>
          </p:cNvPr>
          <p:cNvSpPr>
            <a:spLocks noGrp="1"/>
          </p:cNvSpPr>
          <p:nvPr>
            <p:ph type="title" hasCustomPrompt="1"/>
          </p:nvPr>
        </p:nvSpPr>
        <p:spPr>
          <a:xfrm>
            <a:off x="323851" y="555625"/>
            <a:ext cx="8496299" cy="302347"/>
          </a:xfrm>
          <a:prstGeom prst="rect">
            <a:avLst/>
          </a:prstGeom>
        </p:spPr>
        <p:txBody>
          <a:bodyPr vert="horz" lIns="0" tIns="0" rIns="0" bIns="0" rtlCol="0" anchor="t">
            <a:noAutofit/>
          </a:bodyPr>
          <a:lstStyle>
            <a:lvl1pPr>
              <a:defRPr>
                <a:solidFill>
                  <a:schemeClr val="tx1"/>
                </a:solidFill>
              </a:defRPr>
            </a:lvl1pPr>
          </a:lstStyle>
          <a:p>
            <a:r>
              <a:rPr lang="de-DE" dirty="0"/>
              <a:t>Titelmasterformat durch Klicken bearbeiten</a:t>
            </a:r>
          </a:p>
        </p:txBody>
      </p:sp>
    </p:spTree>
    <p:extLst>
      <p:ext uri="{BB962C8B-B14F-4D97-AF65-F5344CB8AC3E}">
        <p14:creationId xmlns:p14="http://schemas.microsoft.com/office/powerpoint/2010/main" val="1263393519"/>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01_Inhalt _Bild">
    <p:bg bwMode="gray">
      <p:bgRef idx="1001">
        <a:schemeClr val="bg1"/>
      </p:bgRef>
    </p:bg>
    <p:spTree>
      <p:nvGrpSpPr>
        <p:cNvPr id="1" name=""/>
        <p:cNvGrpSpPr/>
        <p:nvPr/>
      </p:nvGrpSpPr>
      <p:grpSpPr>
        <a:xfrm>
          <a:off x="0" y="0"/>
          <a:ext cx="0" cy="0"/>
          <a:chOff x="0" y="0"/>
          <a:chExt cx="0" cy="0"/>
        </a:xfrm>
      </p:grpSpPr>
      <p:sp>
        <p:nvSpPr>
          <p:cNvPr id="10" name="Picture Placeholder 10"/>
          <p:cNvSpPr>
            <a:spLocks noGrp="1"/>
          </p:cNvSpPr>
          <p:nvPr>
            <p:ph type="pic" sz="quarter" idx="16"/>
          </p:nvPr>
        </p:nvSpPr>
        <p:spPr>
          <a:xfrm>
            <a:off x="6101976" y="1253728"/>
            <a:ext cx="2718173" cy="3226197"/>
          </a:xfrm>
          <a:prstGeom prst="rect">
            <a:avLst/>
          </a:prstGeom>
          <a:solidFill>
            <a:schemeClr val="bg1">
              <a:lumMod val="95000"/>
            </a:schemeClr>
          </a:solidFill>
        </p:spPr>
        <p:txBody>
          <a:bodyPr bIns="540000" anchor="ctr" anchorCtr="0"/>
          <a:lstStyle>
            <a:lvl1pPr marL="0" indent="0" algn="ctr">
              <a:buNone/>
              <a:defRPr sz="1050"/>
            </a:lvl1pPr>
          </a:lstStyle>
          <a:p>
            <a:r>
              <a:rPr lang="de-DE" noProof="0"/>
              <a:t>Bild durch Klicken auf Symbol hinzufügen</a:t>
            </a:r>
            <a:endParaRPr lang="de-DE" noProof="0" dirty="0"/>
          </a:p>
        </p:txBody>
      </p:sp>
      <p:sp>
        <p:nvSpPr>
          <p:cNvPr id="9" name="Textplatzhalter 5"/>
          <p:cNvSpPr>
            <a:spLocks noGrp="1"/>
          </p:cNvSpPr>
          <p:nvPr>
            <p:ph type="body" sz="quarter" idx="15" hasCustomPrompt="1"/>
          </p:nvPr>
        </p:nvSpPr>
        <p:spPr bwMode="gray">
          <a:xfrm>
            <a:off x="323852" y="869975"/>
            <a:ext cx="8496298" cy="259406"/>
          </a:xfrm>
          <a:prstGeom prst="rect">
            <a:avLst/>
          </a:prstGeom>
        </p:spPr>
        <p:txBody>
          <a:bodyPr vert="horz" lIns="0" tIns="0" rIns="0" bIns="0" rtlCol="0" anchor="t">
            <a:noAutofit/>
          </a:bodyPr>
          <a:lstStyle>
            <a:lvl1pPr marL="0" indent="0" algn="l" defTabSz="685584" rtl="0" eaLnBrk="1" latinLnBrk="0" hangingPunct="1">
              <a:lnSpc>
                <a:spcPct val="80000"/>
              </a:lnSpc>
              <a:spcBef>
                <a:spcPts val="0"/>
              </a:spcBef>
              <a:spcAft>
                <a:spcPts val="0"/>
              </a:spcAft>
              <a:buFont typeface="Arial" pitchFamily="34" charset="0"/>
              <a:buNone/>
              <a:defRPr lang="de-DE" sz="1800" b="0" kern="1200" smtClean="0">
                <a:solidFill>
                  <a:schemeClr val="tx1"/>
                </a:solidFill>
                <a:latin typeface="+mn-lt"/>
                <a:ea typeface="+mn-ea"/>
                <a:cs typeface="+mn-cs"/>
              </a:defRPr>
            </a:lvl1pPr>
            <a:lvl2pPr>
              <a:defRPr lang="de-DE" smtClean="0"/>
            </a:lvl2pPr>
            <a:lvl3pPr>
              <a:defRPr lang="de-DE" smtClean="0"/>
            </a:lvl3pPr>
            <a:lvl4pPr>
              <a:defRPr lang="de-DE" smtClean="0"/>
            </a:lvl4pPr>
            <a:lvl5pPr>
              <a:defRPr lang="de-DE"/>
            </a:lvl5pPr>
          </a:lstStyle>
          <a:p>
            <a:pPr marL="0" lvl="0" indent="0" algn="l" defTabSz="685584" rtl="0" eaLnBrk="1" latinLnBrk="0" hangingPunct="1">
              <a:lnSpc>
                <a:spcPct val="80000"/>
              </a:lnSpc>
              <a:spcBef>
                <a:spcPts val="0"/>
              </a:spcBef>
              <a:spcAft>
                <a:spcPts val="0"/>
              </a:spcAft>
              <a:buFont typeface="Arial" pitchFamily="34" charset="0"/>
              <a:buNone/>
            </a:pPr>
            <a:r>
              <a:rPr lang="de-DE" dirty="0"/>
              <a:t>Geben Sie Ihren Untertitel ein</a:t>
            </a:r>
          </a:p>
        </p:txBody>
      </p:sp>
      <p:sp>
        <p:nvSpPr>
          <p:cNvPr id="6" name="Titelplatzhalter 3">
            <a:extLst>
              <a:ext uri="{FF2B5EF4-FFF2-40B4-BE49-F238E27FC236}">
                <a16:creationId xmlns:a16="http://schemas.microsoft.com/office/drawing/2014/main" id="{EBA66CAD-9A07-4F14-B1C3-8F1DBB014C21}"/>
              </a:ext>
            </a:extLst>
          </p:cNvPr>
          <p:cNvSpPr>
            <a:spLocks noGrp="1"/>
          </p:cNvSpPr>
          <p:nvPr>
            <p:ph type="title" hasCustomPrompt="1"/>
          </p:nvPr>
        </p:nvSpPr>
        <p:spPr>
          <a:xfrm>
            <a:off x="323851" y="555625"/>
            <a:ext cx="8496299" cy="302347"/>
          </a:xfrm>
          <a:prstGeom prst="rect">
            <a:avLst/>
          </a:prstGeom>
        </p:spPr>
        <p:txBody>
          <a:bodyPr vert="horz" lIns="0" tIns="0" rIns="0" bIns="0" rtlCol="0" anchor="t">
            <a:noAutofit/>
          </a:bodyPr>
          <a:lstStyle>
            <a:lvl1pPr>
              <a:defRPr/>
            </a:lvl1pPr>
          </a:lstStyle>
          <a:p>
            <a:r>
              <a:rPr lang="de-DE" dirty="0"/>
              <a:t>Titelmasterformat durch Klicken bearbeiten</a:t>
            </a:r>
          </a:p>
        </p:txBody>
      </p:sp>
      <p:sp>
        <p:nvSpPr>
          <p:cNvPr id="7" name="Textplatzhalter 13">
            <a:extLst>
              <a:ext uri="{FF2B5EF4-FFF2-40B4-BE49-F238E27FC236}">
                <a16:creationId xmlns:a16="http://schemas.microsoft.com/office/drawing/2014/main" id="{A7C29DFC-F864-4A9F-A19D-FCD96725B321}"/>
              </a:ext>
            </a:extLst>
          </p:cNvPr>
          <p:cNvSpPr>
            <a:spLocks noGrp="1"/>
          </p:cNvSpPr>
          <p:nvPr>
            <p:ph type="body" sz="quarter" idx="17" hasCustomPrompt="1"/>
          </p:nvPr>
        </p:nvSpPr>
        <p:spPr>
          <a:xfrm>
            <a:off x="323852" y="1249363"/>
            <a:ext cx="5587348" cy="3230698"/>
          </a:xfrm>
          <a:prstGeom prst="rect">
            <a:avLst/>
          </a:prstGeom>
        </p:spPr>
        <p:txBody>
          <a:bodyPr vert="horz" lIns="0" tIns="0" rIns="0" bIns="0" rtlCol="0">
            <a:noAutofit/>
          </a:bodyPr>
          <a:lstStyle>
            <a:lvl1pPr marL="0" marR="0" indent="0" algn="l" defTabSz="685584" rtl="0" eaLnBrk="1" fontAlgn="auto" latinLnBrk="0" hangingPunct="1">
              <a:lnSpc>
                <a:spcPct val="100000"/>
              </a:lnSpc>
              <a:spcBef>
                <a:spcPts val="0"/>
              </a:spcBef>
              <a:spcAft>
                <a:spcPts val="450"/>
              </a:spcAft>
              <a:buClrTx/>
              <a:buSzTx/>
              <a:buFont typeface="Arial" pitchFamily="34" charset="0"/>
              <a:buNone/>
              <a:tabLst/>
              <a:defRPr kumimoji="0" lang="de-DE" i="0" u="none" strike="noStrike" cap="none" spc="0" normalizeH="0" baseline="0" noProof="0">
                <a:ln>
                  <a:noFill/>
                </a:ln>
                <a:solidFill>
                  <a:srgbClr val="404040"/>
                </a:solidFill>
                <a:effectLst/>
                <a:uLnTx/>
                <a:uFillTx/>
              </a:defRPr>
            </a:lvl1pPr>
            <a:lvl2pPr marL="269875" marR="0" indent="-269875" algn="l" defTabSz="685584" rtl="0" eaLnBrk="1" fontAlgn="auto" latinLnBrk="0" hangingPunct="1">
              <a:lnSpc>
                <a:spcPct val="100000"/>
              </a:lnSpc>
              <a:spcBef>
                <a:spcPts val="0"/>
              </a:spcBef>
              <a:spcAft>
                <a:spcPts val="450"/>
              </a:spcAft>
              <a:buClr>
                <a:srgbClr val="ED1A3B"/>
              </a:buClr>
              <a:buSzPct val="80000"/>
              <a:buFont typeface="Wingdings 3" panose="05040102010807070707" pitchFamily="18" charset="2"/>
              <a:buChar char=""/>
              <a:tabLst/>
              <a:defRPr kumimoji="0" lang="de-DE" b="0" i="0" u="none" strike="noStrike" cap="none" spc="0" normalizeH="0" baseline="0" noProof="0">
                <a:ln>
                  <a:noFill/>
                </a:ln>
                <a:solidFill>
                  <a:srgbClr val="404040"/>
                </a:solidFill>
                <a:effectLst/>
                <a:uLnTx/>
                <a:uFillTx/>
              </a:defRPr>
            </a:lvl2pPr>
            <a:lvl3pPr marL="539750" marR="0" indent="-269875" algn="l" defTabSz="685584" rtl="0" eaLnBrk="1" fontAlgn="auto" latinLnBrk="0" hangingPunct="1">
              <a:lnSpc>
                <a:spcPct val="100000"/>
              </a:lnSpc>
              <a:spcBef>
                <a:spcPts val="0"/>
              </a:spcBef>
              <a:spcAft>
                <a:spcPts val="450"/>
              </a:spcAft>
              <a:buClr>
                <a:srgbClr val="ED1A3B"/>
              </a:buClr>
              <a:buSzPct val="100000"/>
              <a:buFont typeface="Arial" panose="020B0604020202020204" pitchFamily="34" charset="0"/>
              <a:buChar char="‒"/>
              <a:tabLst/>
              <a:defRPr kumimoji="0" lang="de-DE" b="0" i="0" u="none" strike="noStrike" cap="none" spc="0" normalizeH="0" baseline="0" noProof="0" dirty="0">
                <a:ln>
                  <a:noFill/>
                </a:ln>
                <a:solidFill>
                  <a:srgbClr val="404040"/>
                </a:solidFill>
                <a:effectLst/>
                <a:uLnTx/>
                <a:uFillTx/>
              </a:defRPr>
            </a:lvl3pPr>
            <a:lvl4pPr marL="809625" marR="0" indent="-269875" algn="l" defTabSz="685584" rtl="0" eaLnBrk="1" fontAlgn="auto" latinLnBrk="0" hangingPunct="1">
              <a:lnSpc>
                <a:spcPct val="100000"/>
              </a:lnSpc>
              <a:spcBef>
                <a:spcPts val="0"/>
              </a:spcBef>
              <a:spcAft>
                <a:spcPts val="450"/>
              </a:spcAft>
              <a:buClr>
                <a:srgbClr val="ED1A3B"/>
              </a:buClr>
              <a:buSzTx/>
              <a:buFont typeface="Arial" panose="020B0604020202020204" pitchFamily="34" charset="0"/>
              <a:buChar char="‒"/>
              <a:tabLst/>
              <a:defRPr kumimoji="0" lang="de-DE" b="0" i="0" u="none" strike="noStrike" cap="none" spc="0" normalizeH="0" baseline="0" noProof="0" dirty="0">
                <a:ln>
                  <a:noFill/>
                </a:ln>
                <a:solidFill>
                  <a:srgbClr val="404040"/>
                </a:solidFill>
                <a:effectLst/>
                <a:uLnTx/>
                <a:uFillTx/>
              </a:defRPr>
            </a:lvl4pPr>
            <a:lvl5pPr marL="809625" marR="0" indent="-269875" algn="l" defTabSz="685584" rtl="0" eaLnBrk="1" fontAlgn="auto" latinLnBrk="0" hangingPunct="1">
              <a:lnSpc>
                <a:spcPct val="100000"/>
              </a:lnSpc>
              <a:spcBef>
                <a:spcPts val="0"/>
              </a:spcBef>
              <a:spcAft>
                <a:spcPts val="450"/>
              </a:spcAft>
              <a:buClr>
                <a:srgbClr val="ED1A3B"/>
              </a:buClr>
              <a:buSzTx/>
              <a:buFont typeface="Symbol" panose="05050102010706020507" pitchFamily="18" charset="2"/>
              <a:buChar char="-"/>
              <a:tabLst/>
              <a:defRPr kumimoji="0" lang="de-DE" b="0" i="0" u="none" strike="noStrike" cap="none" spc="0" normalizeH="0" baseline="0" noProof="0">
                <a:ln>
                  <a:noFill/>
                </a:ln>
                <a:solidFill>
                  <a:srgbClr val="404040"/>
                </a:solidFill>
                <a:effectLst/>
                <a:uLnTx/>
                <a:uFillTx/>
              </a:defRPr>
            </a:lvl5pPr>
            <a:lvl8pPr marL="803275" marR="0" indent="-263525" algn="l" defTabSz="685584" rtl="0" eaLnBrk="1" fontAlgn="auto" latinLnBrk="0" hangingPunct="1">
              <a:lnSpc>
                <a:spcPct val="100000"/>
              </a:lnSpc>
              <a:spcBef>
                <a:spcPts val="0"/>
              </a:spcBef>
              <a:spcAft>
                <a:spcPts val="450"/>
              </a:spcAft>
              <a:buClr>
                <a:srgbClr val="ED1A3B"/>
              </a:buClr>
              <a:buSzTx/>
              <a:buFont typeface="Symbol" panose="05050102010706020507" pitchFamily="18" charset="2"/>
              <a:buChar char="-"/>
              <a:tabLst/>
              <a:defRPr/>
            </a:lvl8pPr>
            <a:lvl9pPr marL="803275" marR="0" indent="-263525" algn="l" defTabSz="685584" rtl="0" eaLnBrk="1" fontAlgn="auto" latinLnBrk="0" hangingPunct="1">
              <a:lnSpc>
                <a:spcPct val="100000"/>
              </a:lnSpc>
              <a:spcBef>
                <a:spcPts val="0"/>
              </a:spcBef>
              <a:spcAft>
                <a:spcPts val="450"/>
              </a:spcAft>
              <a:buClr>
                <a:srgbClr val="ED1A3B"/>
              </a:buClr>
              <a:buSzTx/>
              <a:buFont typeface="Symbol" panose="05050102010706020507" pitchFamily="18" charset="2"/>
              <a:buChar char="-"/>
              <a:tabLst/>
              <a:defRPr/>
            </a:lvl9pPr>
          </a:lstStyle>
          <a:p>
            <a:pPr marL="0" marR="0" lvl="0" indent="0" algn="l" defTabSz="685584" rtl="0" eaLnBrk="1" fontAlgn="auto" latinLnBrk="0" hangingPunct="1">
              <a:lnSpc>
                <a:spcPct val="100000"/>
              </a:lnSpc>
              <a:spcBef>
                <a:spcPts val="0"/>
              </a:spcBef>
              <a:spcAft>
                <a:spcPts val="450"/>
              </a:spcAft>
              <a:buClrTx/>
              <a:buSzTx/>
              <a:buFont typeface="Arial" pitchFamily="34" charset="0"/>
              <a:buNone/>
              <a:tabLst/>
              <a:defRPr/>
            </a:pPr>
            <a:r>
              <a:rPr kumimoji="0" lang="de-DE" sz="1600" b="0" i="0" u="none" strike="noStrike" kern="1200" cap="none" spc="0" normalizeH="0" baseline="0" noProof="0" dirty="0">
                <a:ln>
                  <a:noFill/>
                </a:ln>
                <a:solidFill>
                  <a:srgbClr val="404040"/>
                </a:solidFill>
                <a:effectLst/>
                <a:uLnTx/>
                <a:uFillTx/>
                <a:latin typeface="+mn-lt"/>
                <a:ea typeface="+mn-ea"/>
                <a:cs typeface="+mn-cs"/>
              </a:rPr>
              <a:t>Textmasterformat bearbeiten</a:t>
            </a:r>
          </a:p>
          <a:p>
            <a:pPr marL="269875" marR="0" lvl="1" indent="-269875" algn="l" defTabSz="685584" rtl="0" eaLnBrk="1" fontAlgn="auto" latinLnBrk="0" hangingPunct="1">
              <a:lnSpc>
                <a:spcPct val="100000"/>
              </a:lnSpc>
              <a:spcBef>
                <a:spcPts val="0"/>
              </a:spcBef>
              <a:spcAft>
                <a:spcPts val="450"/>
              </a:spcAft>
              <a:buClr>
                <a:srgbClr val="ED1A3B"/>
              </a:buClr>
              <a:buSzPct val="80000"/>
              <a:buFont typeface="Wingdings 3" panose="05040102010807070707" pitchFamily="18" charset="2"/>
              <a:buChar char=""/>
              <a:tabLst/>
              <a:defRPr/>
            </a:pPr>
            <a:r>
              <a:rPr kumimoji="0" lang="de-DE" sz="1600" b="0" i="0" u="none" strike="noStrike" kern="1200" cap="none" spc="0" normalizeH="0" baseline="0" noProof="0" dirty="0">
                <a:ln>
                  <a:noFill/>
                </a:ln>
                <a:solidFill>
                  <a:srgbClr val="404040"/>
                </a:solidFill>
                <a:effectLst/>
                <a:uLnTx/>
                <a:uFillTx/>
                <a:latin typeface="+mn-lt"/>
                <a:ea typeface="+mn-ea"/>
                <a:cs typeface="+mn-cs"/>
              </a:rPr>
              <a:t>Zweite Ebene</a:t>
            </a:r>
          </a:p>
          <a:p>
            <a:pPr marL="539750" marR="0" lvl="2" indent="-269875" algn="l" defTabSz="685584" rtl="0" eaLnBrk="1" fontAlgn="auto" latinLnBrk="0" hangingPunct="1">
              <a:lnSpc>
                <a:spcPct val="100000"/>
              </a:lnSpc>
              <a:spcBef>
                <a:spcPts val="0"/>
              </a:spcBef>
              <a:spcAft>
                <a:spcPts val="450"/>
              </a:spcAft>
              <a:buClr>
                <a:srgbClr val="ED1A3B"/>
              </a:buClr>
              <a:buSzPct val="100000"/>
              <a:buFont typeface="Arial" panose="020B0604020202020204" pitchFamily="34" charset="0"/>
              <a:buChar char="‒"/>
              <a:tabLst/>
              <a:defRPr/>
            </a:pPr>
            <a:r>
              <a:rPr kumimoji="0" lang="de-DE" sz="1600" b="0" i="0" u="none" strike="noStrike" kern="1200" cap="none" spc="0" normalizeH="0" baseline="0" noProof="0" dirty="0">
                <a:ln>
                  <a:noFill/>
                </a:ln>
                <a:solidFill>
                  <a:srgbClr val="404040"/>
                </a:solidFill>
                <a:effectLst/>
                <a:uLnTx/>
                <a:uFillTx/>
                <a:latin typeface="+mn-lt"/>
                <a:ea typeface="+mn-ea"/>
                <a:cs typeface="+mn-cs"/>
              </a:rPr>
              <a:t>Dritte Ebene</a:t>
            </a:r>
          </a:p>
          <a:p>
            <a:pPr marL="809625" marR="0" lvl="3" indent="-269875" algn="l" defTabSz="685584" rtl="0" eaLnBrk="1" fontAlgn="auto" latinLnBrk="0" hangingPunct="1">
              <a:lnSpc>
                <a:spcPct val="100000"/>
              </a:lnSpc>
              <a:spcBef>
                <a:spcPts val="0"/>
              </a:spcBef>
              <a:spcAft>
                <a:spcPts val="450"/>
              </a:spcAft>
              <a:buClr>
                <a:srgbClr val="ED1A3B"/>
              </a:buClr>
              <a:buSzTx/>
              <a:buFont typeface="Arial" panose="020B0604020202020204" pitchFamily="34" charset="0"/>
              <a:buChar char="‒"/>
              <a:tabLst/>
              <a:defRPr/>
            </a:pPr>
            <a:r>
              <a:rPr kumimoji="0" lang="de-DE" sz="1600" b="0" i="0" u="none" strike="noStrike" kern="1200" cap="none" spc="0" normalizeH="0" baseline="0" noProof="0" dirty="0">
                <a:ln>
                  <a:noFill/>
                </a:ln>
                <a:solidFill>
                  <a:srgbClr val="404040"/>
                </a:solidFill>
                <a:effectLst/>
                <a:uLnTx/>
                <a:uFillTx/>
                <a:latin typeface="+mn-lt"/>
                <a:ea typeface="+mn-ea"/>
                <a:cs typeface="+mn-cs"/>
              </a:rPr>
              <a:t>Vierte Ebene</a:t>
            </a:r>
          </a:p>
          <a:p>
            <a:pPr marL="809625" marR="0" lvl="4" indent="-269875" algn="l" defTabSz="685584" rtl="0" eaLnBrk="1" fontAlgn="auto" latinLnBrk="0" hangingPunct="1">
              <a:lnSpc>
                <a:spcPct val="100000"/>
              </a:lnSpc>
              <a:spcBef>
                <a:spcPts val="0"/>
              </a:spcBef>
              <a:spcAft>
                <a:spcPts val="450"/>
              </a:spcAft>
              <a:buClr>
                <a:srgbClr val="ED1A3B"/>
              </a:buClr>
              <a:buSzTx/>
              <a:buFont typeface="Symbol" panose="05050102010706020507" pitchFamily="18" charset="2"/>
              <a:buChar char="-"/>
              <a:tabLst/>
              <a:defRPr/>
            </a:pPr>
            <a:r>
              <a:rPr kumimoji="0" lang="de-DE" sz="1200" b="0" i="0" u="none" strike="noStrike" kern="1200" cap="none" spc="0" normalizeH="0" baseline="0" noProof="0" dirty="0">
                <a:ln>
                  <a:noFill/>
                </a:ln>
                <a:solidFill>
                  <a:srgbClr val="404040"/>
                </a:solidFill>
                <a:effectLst/>
                <a:uLnTx/>
                <a:uFillTx/>
                <a:latin typeface="+mn-lt"/>
                <a:ea typeface="+mn-ea"/>
                <a:cs typeface="+mn-cs"/>
              </a:rPr>
              <a:t>Fünfte Ebene</a:t>
            </a:r>
          </a:p>
        </p:txBody>
      </p:sp>
      <p:sp>
        <p:nvSpPr>
          <p:cNvPr id="11" name="Fußzeile">
            <a:extLst>
              <a:ext uri="{FF2B5EF4-FFF2-40B4-BE49-F238E27FC236}">
                <a16:creationId xmlns:a16="http://schemas.microsoft.com/office/drawing/2014/main" id="{510A473C-D828-4EC3-A64D-9CF8A0F3E01D}"/>
              </a:ext>
            </a:extLst>
          </p:cNvPr>
          <p:cNvSpPr>
            <a:spLocks noGrp="1"/>
          </p:cNvSpPr>
          <p:nvPr>
            <p:ph type="ftr" sz="quarter" idx="3"/>
          </p:nvPr>
        </p:nvSpPr>
        <p:spPr bwMode="gray">
          <a:xfrm>
            <a:off x="977693" y="4852618"/>
            <a:ext cx="4320000" cy="123111"/>
          </a:xfrm>
          <a:prstGeom prst="rect">
            <a:avLst/>
          </a:prstGeom>
        </p:spPr>
        <p:txBody>
          <a:bodyPr vert="horz" lIns="0" tIns="0" rIns="0" bIns="0" rtlCol="0" anchor="b"/>
          <a:lstStyle>
            <a:lvl1pPr algn="ctr">
              <a:defRPr lang="de-DE" sz="800" kern="1200" dirty="0" smtClean="0">
                <a:solidFill>
                  <a:schemeClr val="tx1"/>
                </a:solidFill>
                <a:latin typeface="+mn-lt"/>
                <a:ea typeface="+mn-ea"/>
                <a:cs typeface="+mn-cs"/>
              </a:defRPr>
            </a:lvl1pPr>
          </a:lstStyle>
          <a:p>
            <a:pPr algn="l"/>
            <a:r>
              <a:rPr lang="en-US"/>
              <a:t>Präsentationstitel</a:t>
            </a:r>
            <a:endParaRPr lang="en-US" dirty="0"/>
          </a:p>
        </p:txBody>
      </p:sp>
    </p:spTree>
    <p:extLst>
      <p:ext uri="{BB962C8B-B14F-4D97-AF65-F5344CB8AC3E}">
        <p14:creationId xmlns:p14="http://schemas.microsoft.com/office/powerpoint/2010/main" val="195235237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userDrawn="1">
  <p:cSld name="02_Titel_Platzhalter">
    <p:spTree>
      <p:nvGrpSpPr>
        <p:cNvPr id="1" name=""/>
        <p:cNvGrpSpPr/>
        <p:nvPr/>
      </p:nvGrpSpPr>
      <p:grpSpPr>
        <a:xfrm>
          <a:off x="0" y="0"/>
          <a:ext cx="0" cy="0"/>
          <a:chOff x="0" y="0"/>
          <a:chExt cx="0" cy="0"/>
        </a:xfrm>
      </p:grpSpPr>
      <p:sp>
        <p:nvSpPr>
          <p:cNvPr id="21" name="Text Placeholder 29">
            <a:extLst>
              <a:ext uri="{FF2B5EF4-FFF2-40B4-BE49-F238E27FC236}">
                <a16:creationId xmlns:a16="http://schemas.microsoft.com/office/drawing/2014/main" id="{7A85E009-DB31-427F-B2E2-F762C7A4F600}"/>
              </a:ext>
            </a:extLst>
          </p:cNvPr>
          <p:cNvSpPr>
            <a:spLocks noGrp="1"/>
          </p:cNvSpPr>
          <p:nvPr userDrawn="1">
            <p:ph type="body" sz="quarter" idx="12" hasCustomPrompt="1"/>
          </p:nvPr>
        </p:nvSpPr>
        <p:spPr bwMode="gray">
          <a:xfrm>
            <a:off x="330201" y="3768878"/>
            <a:ext cx="3958399" cy="169277"/>
          </a:xfrm>
          <a:prstGeom prst="rect">
            <a:avLst/>
          </a:prstGeom>
        </p:spPr>
        <p:txBody>
          <a:bodyPr vert="horz" wrap="square" lIns="0" tIns="0" rIns="0" bIns="0" rtlCol="0" anchor="b" anchorCtr="0">
            <a:noAutofit/>
          </a:bodyPr>
          <a:lstStyle>
            <a:lvl1pPr algn="l" defTabSz="685584" rtl="0" eaLnBrk="1" latinLnBrk="0" hangingPunct="1">
              <a:lnSpc>
                <a:spcPct val="100000"/>
              </a:lnSpc>
              <a:spcBef>
                <a:spcPct val="0"/>
              </a:spcBef>
              <a:buNone/>
              <a:defRPr lang="en-GB" sz="1100" b="1" kern="1200" cap="none" baseline="0" dirty="0" smtClean="0">
                <a:solidFill>
                  <a:schemeClr val="tx1"/>
                </a:solidFill>
                <a:latin typeface="+mj-lt"/>
                <a:ea typeface="+mj-ea"/>
                <a:cs typeface="+mj-cs"/>
              </a:defRPr>
            </a:lvl1pPr>
            <a:lvl2pPr>
              <a:defRPr sz="900" b="0" cap="all" baseline="0">
                <a:solidFill>
                  <a:schemeClr val="bg1"/>
                </a:solidFill>
              </a:defRPr>
            </a:lvl2pPr>
            <a:lvl3pPr>
              <a:defRPr sz="900" b="0" cap="all" baseline="0">
                <a:solidFill>
                  <a:schemeClr val="bg1"/>
                </a:solidFill>
              </a:defRPr>
            </a:lvl3pPr>
            <a:lvl4pPr>
              <a:defRPr sz="900" b="0" cap="all" baseline="0">
                <a:solidFill>
                  <a:schemeClr val="bg1"/>
                </a:solidFill>
              </a:defRPr>
            </a:lvl4pPr>
            <a:lvl5pPr>
              <a:defRPr sz="900" b="0" cap="all" baseline="0">
                <a:solidFill>
                  <a:schemeClr val="bg1"/>
                </a:solidFill>
              </a:defRPr>
            </a:lvl5pPr>
          </a:lstStyle>
          <a:p>
            <a:pPr lvl="0"/>
            <a:r>
              <a:rPr lang="de-DE" noProof="0"/>
              <a:t>Autor</a:t>
            </a:r>
          </a:p>
        </p:txBody>
      </p:sp>
      <p:sp>
        <p:nvSpPr>
          <p:cNvPr id="22" name="Textplatzhalter 5">
            <a:extLst>
              <a:ext uri="{FF2B5EF4-FFF2-40B4-BE49-F238E27FC236}">
                <a16:creationId xmlns:a16="http://schemas.microsoft.com/office/drawing/2014/main" id="{F7A2250A-B96E-462E-9145-81B4EA0B32BD}"/>
              </a:ext>
            </a:extLst>
          </p:cNvPr>
          <p:cNvSpPr>
            <a:spLocks noGrp="1"/>
          </p:cNvSpPr>
          <p:nvPr userDrawn="1">
            <p:ph type="body" sz="quarter" idx="15" hasCustomPrompt="1"/>
          </p:nvPr>
        </p:nvSpPr>
        <p:spPr bwMode="gray">
          <a:xfrm>
            <a:off x="323851" y="1602696"/>
            <a:ext cx="8509000" cy="259406"/>
          </a:xfrm>
          <a:prstGeom prst="rect">
            <a:avLst/>
          </a:prstGeom>
        </p:spPr>
        <p:txBody>
          <a:bodyPr vert="horz" lIns="0" tIns="0" rIns="0" bIns="0" rtlCol="0" anchor="t">
            <a:noAutofit/>
          </a:bodyPr>
          <a:lstStyle>
            <a:lvl1pPr marL="0" indent="0" algn="l" defTabSz="685584" rtl="0" eaLnBrk="1" latinLnBrk="0" hangingPunct="1">
              <a:lnSpc>
                <a:spcPct val="80000"/>
              </a:lnSpc>
              <a:spcBef>
                <a:spcPts val="0"/>
              </a:spcBef>
              <a:spcAft>
                <a:spcPts val="0"/>
              </a:spcAft>
              <a:buFont typeface="Arial" pitchFamily="34" charset="0"/>
              <a:buNone/>
              <a:defRPr lang="de-DE" sz="1800" b="0" kern="1200" dirty="0" smtClean="0">
                <a:solidFill>
                  <a:schemeClr val="tx1"/>
                </a:solidFill>
                <a:latin typeface="+mn-lt"/>
                <a:ea typeface="+mn-ea"/>
                <a:cs typeface="+mn-cs"/>
              </a:defRPr>
            </a:lvl1pPr>
            <a:lvl2pPr>
              <a:defRPr lang="de-DE" smtClean="0"/>
            </a:lvl2pPr>
            <a:lvl3pPr>
              <a:defRPr lang="de-DE" smtClean="0"/>
            </a:lvl3pPr>
            <a:lvl4pPr>
              <a:defRPr lang="de-DE" smtClean="0"/>
            </a:lvl4pPr>
            <a:lvl5pPr>
              <a:defRPr lang="de-DE"/>
            </a:lvl5pPr>
          </a:lstStyle>
          <a:p>
            <a:pPr marL="0" lvl="0" indent="0" algn="l" defTabSz="685584" rtl="0" eaLnBrk="1" latinLnBrk="0" hangingPunct="1">
              <a:lnSpc>
                <a:spcPct val="80000"/>
              </a:lnSpc>
              <a:spcBef>
                <a:spcPts val="0"/>
              </a:spcBef>
              <a:spcAft>
                <a:spcPts val="0"/>
              </a:spcAft>
              <a:buFont typeface="Arial" pitchFamily="34" charset="0"/>
              <a:buNone/>
            </a:pPr>
            <a:r>
              <a:rPr lang="de-DE"/>
              <a:t>Geben Sie Ihren Untertitel ein</a:t>
            </a:r>
          </a:p>
        </p:txBody>
      </p:sp>
      <p:sp>
        <p:nvSpPr>
          <p:cNvPr id="23" name="Titel 3">
            <a:extLst>
              <a:ext uri="{FF2B5EF4-FFF2-40B4-BE49-F238E27FC236}">
                <a16:creationId xmlns:a16="http://schemas.microsoft.com/office/drawing/2014/main" id="{101EDDE5-0BF2-477A-88D5-0A86E5235E7F}"/>
              </a:ext>
            </a:extLst>
          </p:cNvPr>
          <p:cNvSpPr>
            <a:spLocks noGrp="1"/>
          </p:cNvSpPr>
          <p:nvPr userDrawn="1">
            <p:ph type="title"/>
          </p:nvPr>
        </p:nvSpPr>
        <p:spPr>
          <a:xfrm>
            <a:off x="323850" y="1253412"/>
            <a:ext cx="8496299" cy="316182"/>
          </a:xfrm>
          <a:prstGeom prst="rect">
            <a:avLst/>
          </a:prstGeom>
        </p:spPr>
        <p:txBody>
          <a:bodyPr lIns="0" tIns="0" rIns="0" bIns="0" anchor="t"/>
          <a:lstStyle>
            <a:lvl1pPr marL="0" algn="l" defTabSz="685584" rtl="0" eaLnBrk="1" latinLnBrk="0" hangingPunct="1">
              <a:lnSpc>
                <a:spcPct val="80000"/>
              </a:lnSpc>
              <a:spcBef>
                <a:spcPct val="0"/>
              </a:spcBef>
              <a:buNone/>
              <a:defRPr lang="de-DE" sz="2400" b="1" kern="1200" cap="all" baseline="0" dirty="0">
                <a:solidFill>
                  <a:schemeClr val="tx1"/>
                </a:solidFill>
                <a:latin typeface="+mj-lt"/>
                <a:ea typeface="+mj-ea"/>
                <a:cs typeface="+mj-cs"/>
              </a:defRPr>
            </a:lvl1pPr>
          </a:lstStyle>
          <a:p>
            <a:r>
              <a:rPr lang="en-US"/>
              <a:t>Click to edit Master title style</a:t>
            </a:r>
            <a:endParaRPr lang="de-DE"/>
          </a:p>
        </p:txBody>
      </p:sp>
      <p:sp>
        <p:nvSpPr>
          <p:cNvPr id="12" name="Textplatzhalter 2">
            <a:extLst>
              <a:ext uri="{FF2B5EF4-FFF2-40B4-BE49-F238E27FC236}">
                <a16:creationId xmlns:a16="http://schemas.microsoft.com/office/drawing/2014/main" id="{E0A0EDD6-99F2-458A-A050-530F50650C0F}"/>
              </a:ext>
            </a:extLst>
          </p:cNvPr>
          <p:cNvSpPr>
            <a:spLocks noGrp="1"/>
          </p:cNvSpPr>
          <p:nvPr>
            <p:ph type="body" sz="quarter" idx="23" hasCustomPrompt="1"/>
          </p:nvPr>
        </p:nvSpPr>
        <p:spPr>
          <a:xfrm>
            <a:off x="7056150" y="4672152"/>
            <a:ext cx="1764000" cy="284400"/>
          </a:xfrm>
          <a:blipFill dpi="0" rotWithShape="1">
            <a:blip r:embed="rId2" cstate="screen">
              <a:extLst>
                <a:ext uri="{28A0092B-C50C-407E-A947-70E740481C1C}">
                  <a14:useLocalDpi xmlns:a14="http://schemas.microsoft.com/office/drawing/2010/main"/>
                </a:ext>
              </a:extLst>
            </a:blip>
            <a:srcRect/>
            <a:stretch>
              <a:fillRect/>
            </a:stretch>
          </a:blipFill>
        </p:spPr>
        <p:txBody>
          <a:bodyPr/>
          <a:lstStyle>
            <a:lvl5pPr marL="539750" indent="0">
              <a:buNone/>
              <a:defRPr/>
            </a:lvl5pPr>
          </a:lstStyle>
          <a:p>
            <a:pPr lvl="4"/>
            <a:r>
              <a:rPr lang="de-DE"/>
              <a:t> </a:t>
            </a:r>
          </a:p>
        </p:txBody>
      </p:sp>
      <p:sp>
        <p:nvSpPr>
          <p:cNvPr id="13" name="Textplatzhalter 3">
            <a:extLst>
              <a:ext uri="{FF2B5EF4-FFF2-40B4-BE49-F238E27FC236}">
                <a16:creationId xmlns:a16="http://schemas.microsoft.com/office/drawing/2014/main" id="{7B5E14C3-8781-4459-9AC1-4786EFB3D517}"/>
              </a:ext>
            </a:extLst>
          </p:cNvPr>
          <p:cNvSpPr>
            <a:spLocks noGrp="1"/>
          </p:cNvSpPr>
          <p:nvPr>
            <p:ph type="body" sz="quarter" idx="10" hasCustomPrompt="1"/>
          </p:nvPr>
        </p:nvSpPr>
        <p:spPr>
          <a:xfrm>
            <a:off x="6402145" y="4847142"/>
            <a:ext cx="566794" cy="116488"/>
          </a:xfrm>
          <a:blipFill dpi="0" rotWithShape="1">
            <a:blip r:embed="rId3">
              <a:extLst>
                <a:ext uri="{28A0092B-C50C-407E-A947-70E740481C1C}">
                  <a14:useLocalDpi xmlns:a14="http://schemas.microsoft.com/office/drawing/2010/main"/>
                </a:ext>
              </a:extLst>
            </a:blip>
            <a:srcRect/>
            <a:stretch>
              <a:fillRect/>
            </a:stretch>
          </a:blipFill>
        </p:spPr>
        <p:txBody>
          <a:bodyPr/>
          <a:lstStyle>
            <a:lvl5pPr marL="0" indent="0" algn="l">
              <a:buNone/>
              <a:defRPr/>
            </a:lvl5pPr>
          </a:lstStyle>
          <a:p>
            <a:pPr lvl="4"/>
            <a:r>
              <a:rPr lang="en-US"/>
              <a:t> </a:t>
            </a:r>
            <a:endParaRPr lang="de-DE"/>
          </a:p>
        </p:txBody>
      </p:sp>
    </p:spTree>
    <p:extLst>
      <p:ext uri="{BB962C8B-B14F-4D97-AF65-F5344CB8AC3E}">
        <p14:creationId xmlns:p14="http://schemas.microsoft.com/office/powerpoint/2010/main" val="199407931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3_Bild">
    <p:bg bwMode="gray">
      <p:bgRef idx="1001">
        <a:schemeClr val="bg1"/>
      </p:bgRef>
    </p:bg>
    <p:spTree>
      <p:nvGrpSpPr>
        <p:cNvPr id="1" name=""/>
        <p:cNvGrpSpPr/>
        <p:nvPr/>
      </p:nvGrpSpPr>
      <p:grpSpPr>
        <a:xfrm>
          <a:off x="0" y="0"/>
          <a:ext cx="0" cy="0"/>
          <a:chOff x="0" y="0"/>
          <a:chExt cx="0" cy="0"/>
        </a:xfrm>
      </p:grpSpPr>
      <p:sp>
        <p:nvSpPr>
          <p:cNvPr id="5" name="Textplatzhalter 5"/>
          <p:cNvSpPr>
            <a:spLocks noGrp="1"/>
          </p:cNvSpPr>
          <p:nvPr>
            <p:ph type="body" sz="quarter" idx="15" hasCustomPrompt="1"/>
          </p:nvPr>
        </p:nvSpPr>
        <p:spPr bwMode="gray">
          <a:xfrm>
            <a:off x="323852" y="869975"/>
            <a:ext cx="8496298" cy="259406"/>
          </a:xfrm>
          <a:prstGeom prst="rect">
            <a:avLst/>
          </a:prstGeom>
        </p:spPr>
        <p:txBody>
          <a:bodyPr vert="horz" lIns="0" tIns="0" rIns="0" bIns="0" rtlCol="0" anchor="t">
            <a:noAutofit/>
          </a:bodyPr>
          <a:lstStyle>
            <a:lvl1pPr marL="0" indent="0" algn="l" defTabSz="685584" rtl="0" eaLnBrk="1" latinLnBrk="0" hangingPunct="1">
              <a:lnSpc>
                <a:spcPct val="80000"/>
              </a:lnSpc>
              <a:spcBef>
                <a:spcPts val="0"/>
              </a:spcBef>
              <a:spcAft>
                <a:spcPts val="0"/>
              </a:spcAft>
              <a:buFont typeface="Arial" pitchFamily="34" charset="0"/>
              <a:buNone/>
              <a:defRPr lang="de-DE" sz="1800" b="0" kern="1200" smtClean="0">
                <a:solidFill>
                  <a:schemeClr val="tx1"/>
                </a:solidFill>
                <a:latin typeface="+mn-lt"/>
                <a:ea typeface="+mn-ea"/>
                <a:cs typeface="+mn-cs"/>
              </a:defRPr>
            </a:lvl1pPr>
            <a:lvl2pPr>
              <a:defRPr lang="de-DE" smtClean="0"/>
            </a:lvl2pPr>
            <a:lvl3pPr>
              <a:defRPr lang="de-DE" smtClean="0"/>
            </a:lvl3pPr>
            <a:lvl4pPr>
              <a:defRPr lang="de-DE" smtClean="0"/>
            </a:lvl4pPr>
            <a:lvl5pPr>
              <a:defRPr lang="de-DE"/>
            </a:lvl5pPr>
          </a:lstStyle>
          <a:p>
            <a:pPr marL="0" lvl="0" indent="0" algn="l" defTabSz="685584" rtl="0" eaLnBrk="1" latinLnBrk="0" hangingPunct="1">
              <a:lnSpc>
                <a:spcPct val="80000"/>
              </a:lnSpc>
              <a:spcBef>
                <a:spcPts val="0"/>
              </a:spcBef>
              <a:spcAft>
                <a:spcPts val="0"/>
              </a:spcAft>
              <a:buFont typeface="Arial" pitchFamily="34" charset="0"/>
              <a:buNone/>
            </a:pPr>
            <a:r>
              <a:rPr lang="de-DE"/>
              <a:t>Geben Sie Ihren Untertitel ein</a:t>
            </a:r>
          </a:p>
        </p:txBody>
      </p:sp>
      <p:sp>
        <p:nvSpPr>
          <p:cNvPr id="4" name="Titelplatzhalter 3">
            <a:extLst>
              <a:ext uri="{FF2B5EF4-FFF2-40B4-BE49-F238E27FC236}">
                <a16:creationId xmlns:a16="http://schemas.microsoft.com/office/drawing/2014/main" id="{8D96345D-E1BD-4EF4-B3A8-A605A8952AF5}"/>
              </a:ext>
            </a:extLst>
          </p:cNvPr>
          <p:cNvSpPr>
            <a:spLocks noGrp="1"/>
          </p:cNvSpPr>
          <p:nvPr>
            <p:ph type="title" hasCustomPrompt="1"/>
          </p:nvPr>
        </p:nvSpPr>
        <p:spPr>
          <a:xfrm>
            <a:off x="323851" y="555625"/>
            <a:ext cx="8496299" cy="302347"/>
          </a:xfrm>
          <a:prstGeom prst="rect">
            <a:avLst/>
          </a:prstGeom>
        </p:spPr>
        <p:txBody>
          <a:bodyPr vert="horz" lIns="0" tIns="0" rIns="0" bIns="0" rtlCol="0" anchor="t">
            <a:normAutofit/>
          </a:bodyPr>
          <a:lstStyle>
            <a:lvl1pPr>
              <a:defRPr>
                <a:solidFill>
                  <a:schemeClr val="tx1"/>
                </a:solidFill>
              </a:defRPr>
            </a:lvl1pPr>
          </a:lstStyle>
          <a:p>
            <a:r>
              <a:rPr lang="de-DE"/>
              <a:t>Titelmasterformat durch Klicken bearbeiten</a:t>
            </a:r>
          </a:p>
        </p:txBody>
      </p:sp>
      <p:sp>
        <p:nvSpPr>
          <p:cNvPr id="8" name="TextBox 3">
            <a:extLst>
              <a:ext uri="{FF2B5EF4-FFF2-40B4-BE49-F238E27FC236}">
                <a16:creationId xmlns:a16="http://schemas.microsoft.com/office/drawing/2014/main" id="{D7787CE6-070B-4C32-85E4-4599BF7E4E2B}"/>
              </a:ext>
            </a:extLst>
          </p:cNvPr>
          <p:cNvSpPr txBox="1"/>
          <p:nvPr userDrawn="1"/>
        </p:nvSpPr>
        <p:spPr>
          <a:xfrm>
            <a:off x="778213" y="4852662"/>
            <a:ext cx="5165387" cy="123111"/>
          </a:xfrm>
          <a:prstGeom prst="rect">
            <a:avLst/>
          </a:prstGeom>
          <a:noFill/>
        </p:spPr>
        <p:txBody>
          <a:bodyPr wrap="square" lIns="0" tIns="0" rIns="0" bIns="0" rtlCol="0" anchor="b" anchorCtr="0">
            <a:spAutoFit/>
          </a:bodyPr>
          <a:lstStyle/>
          <a:p>
            <a:fld id="{BFB441F5-AB9F-4FDC-AD6C-CB1DCDA421C0}" type="slidenum">
              <a:rPr lang="en-GB" sz="800" noProof="1" smtClean="0">
                <a:solidFill>
                  <a:schemeClr val="tx1"/>
                </a:solidFill>
              </a:rPr>
              <a:t>‹Nr.›</a:t>
            </a:fld>
            <a:endParaRPr lang="en-GB" sz="800" noProof="1">
              <a:solidFill>
                <a:schemeClr val="tx1"/>
              </a:solidFill>
            </a:endParaRPr>
          </a:p>
        </p:txBody>
      </p:sp>
      <p:sp>
        <p:nvSpPr>
          <p:cNvPr id="10" name="Fußzeile">
            <a:extLst>
              <a:ext uri="{FF2B5EF4-FFF2-40B4-BE49-F238E27FC236}">
                <a16:creationId xmlns:a16="http://schemas.microsoft.com/office/drawing/2014/main" id="{5F804BCB-B129-4862-9110-0594BE5063F2}"/>
              </a:ext>
            </a:extLst>
          </p:cNvPr>
          <p:cNvSpPr>
            <a:spLocks noGrp="1"/>
          </p:cNvSpPr>
          <p:nvPr>
            <p:ph type="ftr" sz="quarter" idx="3"/>
          </p:nvPr>
        </p:nvSpPr>
        <p:spPr bwMode="gray">
          <a:xfrm>
            <a:off x="977693" y="4852618"/>
            <a:ext cx="4320000" cy="123111"/>
          </a:xfrm>
          <a:prstGeom prst="rect">
            <a:avLst/>
          </a:prstGeom>
        </p:spPr>
        <p:txBody>
          <a:bodyPr vert="horz" lIns="0" tIns="0" rIns="0" bIns="0" rtlCol="0" anchor="b"/>
          <a:lstStyle>
            <a:lvl1pPr algn="ctr">
              <a:defRPr lang="de-DE" sz="800" kern="1200" dirty="0" smtClean="0">
                <a:solidFill>
                  <a:schemeClr val="tx1"/>
                </a:solidFill>
                <a:latin typeface="+mn-lt"/>
                <a:ea typeface="+mn-ea"/>
                <a:cs typeface="+mn-cs"/>
              </a:defRPr>
            </a:lvl1pPr>
          </a:lstStyle>
          <a:p>
            <a:pPr algn="l"/>
            <a:r>
              <a:rPr lang="en-US"/>
              <a:t>Präsentationstitel</a:t>
            </a:r>
          </a:p>
        </p:txBody>
      </p:sp>
    </p:spTree>
    <p:extLst>
      <p:ext uri="{BB962C8B-B14F-4D97-AF65-F5344CB8AC3E}">
        <p14:creationId xmlns:p14="http://schemas.microsoft.com/office/powerpoint/2010/main" val="310951676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BDBC305C-A9C3-4278-AFC0-C99DFD80A68A}"/>
              </a:ext>
            </a:extLst>
          </p:cNvPr>
          <p:cNvSpPr>
            <a:spLocks noGrp="1"/>
          </p:cNvSpPr>
          <p:nvPr>
            <p:ph type="title" hasCustomPrompt="1"/>
          </p:nvPr>
        </p:nvSpPr>
        <p:spPr>
          <a:xfrm>
            <a:off x="319819" y="330371"/>
            <a:ext cx="8502029" cy="568517"/>
          </a:xfrm>
          <a:prstGeom prst="rect">
            <a:avLst/>
          </a:prstGeom>
        </p:spPr>
        <p:txBody>
          <a:bodyPr vert="horz" wrap="square" lIns="0" tIns="164592" rIns="0" bIns="0" rtlCol="0" anchor="t">
            <a:noAutofit/>
          </a:bodyPr>
          <a:lstStyle>
            <a:lvl1pPr>
              <a:defRPr>
                <a:solidFill>
                  <a:srgbClr val="000000"/>
                </a:solidFill>
              </a:defRPr>
            </a:lvl1pPr>
          </a:lstStyle>
          <a:p>
            <a:r>
              <a:rPr lang="en-US"/>
              <a:t>Title</a:t>
            </a:r>
          </a:p>
        </p:txBody>
      </p:sp>
    </p:spTree>
    <p:extLst>
      <p:ext uri="{BB962C8B-B14F-4D97-AF65-F5344CB8AC3E}">
        <p14:creationId xmlns:p14="http://schemas.microsoft.com/office/powerpoint/2010/main" val="555800084"/>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14_Photo layout 1">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87B2D435-6763-4273-8B58-EEB87561755F}"/>
              </a:ext>
            </a:extLst>
          </p:cNvPr>
          <p:cNvSpPr>
            <a:spLocks noGrp="1"/>
          </p:cNvSpPr>
          <p:nvPr>
            <p:ph type="title" hasCustomPrompt="1"/>
          </p:nvPr>
        </p:nvSpPr>
        <p:spPr>
          <a:xfrm>
            <a:off x="4840300" y="330371"/>
            <a:ext cx="4005653" cy="568517"/>
          </a:xfrm>
          <a:prstGeom prst="rect">
            <a:avLst/>
          </a:prstGeom>
        </p:spPr>
        <p:txBody>
          <a:bodyPr vert="horz" wrap="square" lIns="0" tIns="164592" rIns="0" bIns="0" rtlCol="0" anchor="t">
            <a:noAutofit/>
          </a:bodyPr>
          <a:lstStyle>
            <a:lvl1pPr>
              <a:defRPr/>
            </a:lvl1pPr>
          </a:lstStyle>
          <a:p>
            <a:r>
              <a:rPr lang="en-US"/>
              <a:t>Photo layout 2</a:t>
            </a:r>
          </a:p>
        </p:txBody>
      </p:sp>
      <p:sp>
        <p:nvSpPr>
          <p:cNvPr id="6" name="Text Placeholder 3">
            <a:extLst>
              <a:ext uri="{FF2B5EF4-FFF2-40B4-BE49-F238E27FC236}">
                <a16:creationId xmlns:a16="http://schemas.microsoft.com/office/drawing/2014/main" id="{71CE2F71-BF91-4E7B-BDE5-A747EFEFF88C}"/>
              </a:ext>
            </a:extLst>
          </p:cNvPr>
          <p:cNvSpPr>
            <a:spLocks noGrp="1"/>
          </p:cNvSpPr>
          <p:nvPr>
            <p:ph type="body" sz="quarter" idx="11" hasCustomPrompt="1"/>
          </p:nvPr>
        </p:nvSpPr>
        <p:spPr>
          <a:xfrm>
            <a:off x="4840299" y="1606684"/>
            <a:ext cx="4005652" cy="1930132"/>
          </a:xfrm>
        </p:spPr>
        <p:txBody>
          <a:bodyPr wrap="square" lIns="0" tIns="0" rIns="0" bIns="0">
            <a:noAutofit/>
          </a:bodyPr>
          <a:lstStyle>
            <a:lvl1pPr marL="0" marR="0" indent="0" algn="l" defTabSz="685775" rtl="0" eaLnBrk="1" fontAlgn="auto" latinLnBrk="0" hangingPunct="1">
              <a:lnSpc>
                <a:spcPct val="90000"/>
              </a:lnSpc>
              <a:spcBef>
                <a:spcPts val="0"/>
              </a:spcBef>
              <a:spcAft>
                <a:spcPts val="1912"/>
              </a:spcAft>
              <a:buClrTx/>
              <a:buSzPct val="90000"/>
              <a:buFont typeface="Wingdings" panose="05000000000000000000" pitchFamily="2" charset="2"/>
              <a:buNone/>
              <a:tabLst/>
              <a:defRPr sz="1912" b="0" i="0">
                <a:solidFill>
                  <a:srgbClr val="000000"/>
                </a:solidFill>
                <a:latin typeface="+mn-lt"/>
              </a:defRPr>
            </a:lvl1pPr>
            <a:lvl2pPr marL="168073" marR="0" indent="0" algn="l" defTabSz="685775" rtl="0" eaLnBrk="1" fontAlgn="auto" latinLnBrk="0" hangingPunct="1">
              <a:lnSpc>
                <a:spcPct val="90000"/>
              </a:lnSpc>
              <a:spcBef>
                <a:spcPct val="20000"/>
              </a:spcBef>
              <a:spcAft>
                <a:spcPts val="0"/>
              </a:spcAft>
              <a:buClrTx/>
              <a:buSzPct val="90000"/>
              <a:buFont typeface="Wingdings" panose="05000000000000000000" pitchFamily="2" charset="2"/>
              <a:buNone/>
              <a:tabLst/>
              <a:defRPr/>
            </a:lvl2pPr>
            <a:lvl3pPr marL="336145" indent="0">
              <a:buNone/>
              <a:defRPr/>
            </a:lvl3pPr>
            <a:lvl4pPr marL="504218" indent="0">
              <a:buNone/>
              <a:defRPr/>
            </a:lvl4pPr>
            <a:lvl5pPr marL="672290" indent="0">
              <a:buNone/>
              <a:defRPr/>
            </a:lvl5pPr>
          </a:lstStyle>
          <a:p>
            <a:pPr lvl="0"/>
            <a:r>
              <a:rPr lang="pt-BR"/>
              <a:t>Subhead Segoe UI 26pt</a:t>
            </a:r>
          </a:p>
          <a:p>
            <a:pPr lvl="0"/>
            <a:r>
              <a:rPr lang="pt-BR"/>
              <a:t>Subhead Segoe UI 26pt</a:t>
            </a:r>
          </a:p>
          <a:p>
            <a:pPr lvl="0"/>
            <a:r>
              <a:rPr lang="pt-BR"/>
              <a:t>Subhead Segoe UI 26pt</a:t>
            </a:r>
          </a:p>
        </p:txBody>
      </p:sp>
    </p:spTree>
    <p:extLst>
      <p:ext uri="{BB962C8B-B14F-4D97-AF65-F5344CB8AC3E}">
        <p14:creationId xmlns:p14="http://schemas.microsoft.com/office/powerpoint/2010/main" val="3853589067"/>
      </p:ext>
    </p:extLst>
  </p:cSld>
  <p:clrMapOvr>
    <a:masterClrMapping/>
  </p:clrMapOvr>
  <p:transition>
    <p:fade/>
  </p:transition>
  <p:hf hdr="0" dt="0"/>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image" Target="../media/image1.jp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19" Type="http://schemas.openxmlformats.org/officeDocument/2006/relationships/theme" Target="../theme/theme2.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B556BEB8-2637-6AAF-3A9A-0A2E12A7FC25}"/>
              </a:ext>
            </a:extLst>
          </p:cNvPr>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de-DE"/>
              <a:t>Mastertitelformat bearbeiten</a:t>
            </a:r>
          </a:p>
        </p:txBody>
      </p:sp>
      <p:sp>
        <p:nvSpPr>
          <p:cNvPr id="3" name="Textplatzhalter 2">
            <a:extLst>
              <a:ext uri="{FF2B5EF4-FFF2-40B4-BE49-F238E27FC236}">
                <a16:creationId xmlns:a16="http://schemas.microsoft.com/office/drawing/2014/main" id="{0A9D16C2-200F-8F65-1A41-015CA206F8A7}"/>
              </a:ext>
            </a:extLst>
          </p:cNvPr>
          <p:cNvSpPr>
            <a:spLocks noGrp="1"/>
          </p:cNvSpPr>
          <p:nvPr>
            <p:ph type="body" idx="1"/>
          </p:nvPr>
        </p:nvSpPr>
        <p:spPr>
          <a:xfrm>
            <a:off x="628650" y="1370013"/>
            <a:ext cx="7886700" cy="3262312"/>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256BB0F8-A648-0558-565D-85B52207E97F}"/>
              </a:ext>
            </a:extLst>
          </p:cNvPr>
          <p:cNvSpPr>
            <a:spLocks noGrp="1"/>
          </p:cNvSpPr>
          <p:nvPr>
            <p:ph type="dt" sz="half" idx="2"/>
          </p:nvPr>
        </p:nvSpPr>
        <p:spPr>
          <a:xfrm>
            <a:off x="628650" y="4767263"/>
            <a:ext cx="2057400" cy="274637"/>
          </a:xfrm>
          <a:prstGeom prst="rect">
            <a:avLst/>
          </a:prstGeom>
        </p:spPr>
        <p:txBody>
          <a:bodyPr vert="horz" lIns="91440" tIns="45720" rIns="91440" bIns="45720" rtlCol="0" anchor="ctr"/>
          <a:lstStyle>
            <a:lvl1pPr algn="l">
              <a:defRPr sz="1200">
                <a:solidFill>
                  <a:schemeClr val="tx1">
                    <a:tint val="82000"/>
                  </a:schemeClr>
                </a:solidFill>
              </a:defRPr>
            </a:lvl1pPr>
          </a:lstStyle>
          <a:p>
            <a:fld id="{167255D1-99C9-4D74-8997-EB319A0BA337}" type="datetimeFigureOut">
              <a:rPr lang="de-DE" smtClean="0"/>
              <a:t>07.05.2026</a:t>
            </a:fld>
            <a:endParaRPr lang="de-DE"/>
          </a:p>
        </p:txBody>
      </p:sp>
      <p:sp>
        <p:nvSpPr>
          <p:cNvPr id="5" name="Fußzeilenplatzhalter 4">
            <a:extLst>
              <a:ext uri="{FF2B5EF4-FFF2-40B4-BE49-F238E27FC236}">
                <a16:creationId xmlns:a16="http://schemas.microsoft.com/office/drawing/2014/main" id="{F85844FB-D867-837C-F8D1-9B5ACFE3CD85}"/>
              </a:ext>
            </a:extLst>
          </p:cNvPr>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de-DE"/>
          </a:p>
        </p:txBody>
      </p:sp>
      <p:sp>
        <p:nvSpPr>
          <p:cNvPr id="6" name="Foliennummernplatzhalter 5">
            <a:extLst>
              <a:ext uri="{FF2B5EF4-FFF2-40B4-BE49-F238E27FC236}">
                <a16:creationId xmlns:a16="http://schemas.microsoft.com/office/drawing/2014/main" id="{B17574AF-D614-0072-6D14-AE238412E940}"/>
              </a:ext>
            </a:extLst>
          </p:cNvPr>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82000"/>
                  </a:schemeClr>
                </a:solidFill>
              </a:defRPr>
            </a:lvl1pPr>
          </a:lstStyle>
          <a:p>
            <a:fld id="{E52676EC-B68E-4BE8-A7D0-BDEE9585E15F}" type="slidenum">
              <a:rPr lang="de-DE" smtClean="0"/>
              <a:t>‹Nr.›</a:t>
            </a:fld>
            <a:endParaRPr lang="de-DE"/>
          </a:p>
        </p:txBody>
      </p:sp>
    </p:spTree>
    <p:extLst>
      <p:ext uri="{BB962C8B-B14F-4D97-AF65-F5344CB8AC3E}">
        <p14:creationId xmlns:p14="http://schemas.microsoft.com/office/powerpoint/2010/main" val="3323987162"/>
      </p:ext>
    </p:extLst>
  </p:cSld>
  <p:clrMap bg1="lt1" tx1="dk1" bg2="lt2" tx2="dk2" accent1="accent1" accent2="accent2" accent3="accent3" accent4="accent4" accent5="accent5" accent6="accent6" hlink="hlink" folHlink="folHlink"/>
  <p:sldLayoutIdLst>
    <p:sldLayoutId id="2147483957" r:id="rId1"/>
    <p:sldLayoutId id="2147483958" r:id="rId2"/>
    <p:sldLayoutId id="2147483959" r:id="rId3"/>
    <p:sldLayoutId id="2147483960" r:id="rId4"/>
    <p:sldLayoutId id="2147483961" r:id="rId5"/>
    <p:sldLayoutId id="2147483962" r:id="rId6"/>
    <p:sldLayoutId id="2147483963" r:id="rId7"/>
    <p:sldLayoutId id="2147483964" r:id="rId8"/>
    <p:sldLayoutId id="2147483965" r:id="rId9"/>
    <p:sldLayoutId id="2147483966" r:id="rId10"/>
    <p:sldLayoutId id="214748396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1514607"/>
            <a:ext cx="9144000" cy="3079456"/>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t="1538" b="-1538"/>
          <a:stretch/>
        </p:blipFill>
        <p:spPr bwMode="black">
          <a:xfrm>
            <a:off x="0" y="4594860"/>
            <a:ext cx="9144000" cy="557213"/>
          </a:xfrm>
          <a:prstGeom prst="rect">
            <a:avLst/>
          </a:prstGeom>
        </p:spPr>
      </p:pic>
      <p:sp>
        <p:nvSpPr>
          <p:cNvPr id="2" name="Title Placeholder 1"/>
          <p:cNvSpPr>
            <a:spLocks noGrp="1"/>
          </p:cNvSpPr>
          <p:nvPr>
            <p:ph type="title"/>
          </p:nvPr>
        </p:nvSpPr>
        <p:spPr>
          <a:xfrm>
            <a:off x="1088685" y="603390"/>
            <a:ext cx="7202456" cy="786926"/>
          </a:xfrm>
          <a:prstGeom prst="rect">
            <a:avLst/>
          </a:prstGeom>
        </p:spPr>
        <p:txBody>
          <a:bodyPr vert="horz" lIns="91440" tIns="45720" rIns="91440" bIns="45720" rtlCol="0" anchor="t">
            <a:normAutofit/>
          </a:bodyPr>
          <a:lstStyle/>
          <a:p>
            <a:r>
              <a:rPr lang="de-DE"/>
              <a:t>Mastertitelformat bearbeiten</a:t>
            </a:r>
            <a:endParaRPr lang="en-US" dirty="0"/>
          </a:p>
        </p:txBody>
      </p:sp>
      <p:sp>
        <p:nvSpPr>
          <p:cNvPr id="3" name="Text Placeholder 2"/>
          <p:cNvSpPr>
            <a:spLocks noGrp="1"/>
          </p:cNvSpPr>
          <p:nvPr>
            <p:ph type="body" idx="1"/>
          </p:nvPr>
        </p:nvSpPr>
        <p:spPr>
          <a:xfrm>
            <a:off x="1088685" y="1511799"/>
            <a:ext cx="7202456" cy="2587960"/>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2"/>
          </p:nvPr>
        </p:nvSpPr>
        <p:spPr>
          <a:xfrm>
            <a:off x="5665604" y="247778"/>
            <a:ext cx="2625536" cy="231901"/>
          </a:xfrm>
          <a:prstGeom prst="rect">
            <a:avLst/>
          </a:prstGeom>
        </p:spPr>
        <p:txBody>
          <a:bodyPr vert="horz" lIns="91440" tIns="45720" rIns="91440" bIns="45720" rtlCol="0" anchor="ctr"/>
          <a:lstStyle>
            <a:lvl1pPr algn="r">
              <a:defRPr sz="750">
                <a:solidFill>
                  <a:schemeClr val="tx1">
                    <a:tint val="75000"/>
                  </a:schemeClr>
                </a:solidFill>
              </a:defRPr>
            </a:lvl1pPr>
          </a:lstStyle>
          <a:p>
            <a:fld id="{167255D1-99C9-4D74-8997-EB319A0BA337}" type="datetimeFigureOut">
              <a:rPr lang="de-DE" smtClean="0"/>
              <a:t>07.05.2026</a:t>
            </a:fld>
            <a:endParaRPr lang="de-DE"/>
          </a:p>
        </p:txBody>
      </p:sp>
      <p:sp>
        <p:nvSpPr>
          <p:cNvPr id="5" name="Footer Placeholder 4"/>
          <p:cNvSpPr>
            <a:spLocks noGrp="1"/>
          </p:cNvSpPr>
          <p:nvPr>
            <p:ph type="ftr" sz="quarter" idx="3"/>
          </p:nvPr>
        </p:nvSpPr>
        <p:spPr>
          <a:xfrm>
            <a:off x="1088684" y="246981"/>
            <a:ext cx="4454127" cy="231901"/>
          </a:xfrm>
          <a:prstGeom prst="rect">
            <a:avLst/>
          </a:prstGeom>
        </p:spPr>
        <p:txBody>
          <a:bodyPr vert="horz" lIns="91440" tIns="45720" rIns="91440" bIns="45720" rtlCol="0" anchor="ctr"/>
          <a:lstStyle>
            <a:lvl1pPr algn="l">
              <a:defRPr sz="750">
                <a:solidFill>
                  <a:schemeClr val="tx1">
                    <a:tint val="75000"/>
                  </a:schemeClr>
                </a:solidFill>
              </a:defRPr>
            </a:lvl1pPr>
          </a:lstStyle>
          <a:p>
            <a:endParaRPr lang="de-DE"/>
          </a:p>
        </p:txBody>
      </p:sp>
      <p:sp>
        <p:nvSpPr>
          <p:cNvPr id="6" name="Slide Number Placeholder 5"/>
          <p:cNvSpPr>
            <a:spLocks noGrp="1"/>
          </p:cNvSpPr>
          <p:nvPr>
            <p:ph type="sldNum" sz="quarter" idx="4"/>
          </p:nvPr>
        </p:nvSpPr>
        <p:spPr>
          <a:xfrm>
            <a:off x="360046" y="599230"/>
            <a:ext cx="608264" cy="377684"/>
          </a:xfrm>
          <a:prstGeom prst="rect">
            <a:avLst/>
          </a:prstGeom>
        </p:spPr>
        <p:txBody>
          <a:bodyPr vert="horz" lIns="91440" tIns="45720" rIns="91440" bIns="45720" rtlCol="0" anchor="t"/>
          <a:lstStyle>
            <a:lvl1pPr algn="r">
              <a:defRPr sz="2100">
                <a:solidFill>
                  <a:schemeClr val="accent1"/>
                </a:solidFill>
              </a:defRPr>
            </a:lvl1pPr>
          </a:lstStyle>
          <a:p>
            <a:fld id="{E52676EC-B68E-4BE8-A7D0-BDEE9585E15F}" type="slidenum">
              <a:rPr lang="de-DE" smtClean="0"/>
              <a:t>‹Nr.›</a:t>
            </a:fld>
            <a:endParaRPr lang="de-DE"/>
          </a:p>
        </p:txBody>
      </p:sp>
      <p:cxnSp>
        <p:nvCxnSpPr>
          <p:cNvPr id="10" name="Straight Connector 9"/>
          <p:cNvCxnSpPr/>
          <p:nvPr/>
        </p:nvCxnSpPr>
        <p:spPr>
          <a:xfrm>
            <a:off x="0" y="4596310"/>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9" name="TextBox 3">
            <a:extLst>
              <a:ext uri="{FF2B5EF4-FFF2-40B4-BE49-F238E27FC236}">
                <a16:creationId xmlns:a16="http://schemas.microsoft.com/office/drawing/2014/main" id="{40C308F4-B4A0-8622-6915-4BC4790A3369}"/>
              </a:ext>
            </a:extLst>
          </p:cNvPr>
          <p:cNvSpPr txBox="1"/>
          <p:nvPr userDrawn="1"/>
        </p:nvSpPr>
        <p:spPr>
          <a:xfrm>
            <a:off x="778214" y="4852662"/>
            <a:ext cx="286312" cy="123111"/>
          </a:xfrm>
          <a:prstGeom prst="rect">
            <a:avLst/>
          </a:prstGeom>
          <a:noFill/>
        </p:spPr>
        <p:txBody>
          <a:bodyPr wrap="square" lIns="0" tIns="0" rIns="0" bIns="0" rtlCol="0" anchor="b" anchorCtr="0">
            <a:spAutoFit/>
          </a:bodyPr>
          <a:lstStyle/>
          <a:p>
            <a:fld id="{BFB441F5-AB9F-4FDC-AD6C-CB1DCDA421C0}" type="slidenum">
              <a:rPr lang="en-GB" sz="800" noProof="1" smtClean="0">
                <a:solidFill>
                  <a:schemeClr val="tx1"/>
                </a:solidFill>
              </a:rPr>
              <a:t>‹Nr.›</a:t>
            </a:fld>
            <a:endParaRPr lang="en-GB" sz="800" noProof="1">
              <a:solidFill>
                <a:schemeClr val="tx1"/>
              </a:solidFill>
            </a:endParaRPr>
          </a:p>
        </p:txBody>
      </p:sp>
    </p:spTree>
    <p:extLst>
      <p:ext uri="{BB962C8B-B14F-4D97-AF65-F5344CB8AC3E}">
        <p14:creationId xmlns:p14="http://schemas.microsoft.com/office/powerpoint/2010/main" val="4190746333"/>
      </p:ext>
    </p:extLst>
  </p:cSld>
  <p:clrMap bg1="lt1" tx1="dk1" bg2="lt2" tx2="dk2" accent1="accent1" accent2="accent2" accent3="accent3" accent4="accent4" accent5="accent5" accent6="accent6" hlink="hlink" folHlink="folHlink"/>
  <p:sldLayoutIdLst>
    <p:sldLayoutId id="2147484092" r:id="rId1"/>
    <p:sldLayoutId id="2147484093" r:id="rId2"/>
    <p:sldLayoutId id="2147484094" r:id="rId3"/>
    <p:sldLayoutId id="2147484095" r:id="rId4"/>
    <p:sldLayoutId id="2147484096" r:id="rId5"/>
    <p:sldLayoutId id="2147484097" r:id="rId6"/>
    <p:sldLayoutId id="2147484098" r:id="rId7"/>
    <p:sldLayoutId id="2147484099" r:id="rId8"/>
    <p:sldLayoutId id="2147484100" r:id="rId9"/>
    <p:sldLayoutId id="2147484101" r:id="rId10"/>
    <p:sldLayoutId id="2147484102" r:id="rId11"/>
    <p:sldLayoutId id="2147484103" r:id="rId12"/>
    <p:sldLayoutId id="2147484104" r:id="rId13"/>
    <p:sldLayoutId id="2147484105" r:id="rId14"/>
    <p:sldLayoutId id="2147484106" r:id="rId15"/>
    <p:sldLayoutId id="2147484107" r:id="rId16"/>
    <p:sldLayoutId id="2147484108" r:id="rId17"/>
    <p:sldLayoutId id="2147484109" r:id="rId18"/>
  </p:sldLayoutIdLst>
  <p:txStyles>
    <p:titleStyle>
      <a:lvl1pPr algn="l" defTabSz="685800" rtl="0" eaLnBrk="1" latinLnBrk="0" hangingPunct="1">
        <a:lnSpc>
          <a:spcPct val="90000"/>
        </a:lnSpc>
        <a:spcBef>
          <a:spcPct val="0"/>
        </a:spcBef>
        <a:buNone/>
        <a:defRPr sz="2400" b="0" i="0" kern="1200" cap="all">
          <a:solidFill>
            <a:schemeClr val="tx1"/>
          </a:solidFill>
          <a:effectLst/>
          <a:latin typeface="+mj-lt"/>
          <a:ea typeface="+mj-ea"/>
          <a:cs typeface="+mj-cs"/>
        </a:defRPr>
      </a:lvl1pPr>
    </p:titleStyle>
    <p:bodyStyle>
      <a:lvl1pPr marL="171450" indent="-171450" algn="l" defTabSz="685800" rtl="0" eaLnBrk="1" latinLnBrk="0" hangingPunct="1">
        <a:lnSpc>
          <a:spcPct val="120000"/>
        </a:lnSpc>
        <a:spcBef>
          <a:spcPts val="750"/>
        </a:spcBef>
        <a:buClr>
          <a:schemeClr val="accent1"/>
        </a:buClr>
        <a:buSzPct val="100000"/>
        <a:buFont typeface="Arial" panose="020B0604020202020204" pitchFamily="34" charset="0"/>
        <a:buChar char="•"/>
        <a:defRPr sz="1500" kern="1200">
          <a:solidFill>
            <a:schemeClr val="tx1"/>
          </a:solidFill>
          <a:effectLst/>
          <a:latin typeface="+mn-lt"/>
          <a:ea typeface="+mn-ea"/>
          <a:cs typeface="+mn-cs"/>
        </a:defRPr>
      </a:lvl1pPr>
      <a:lvl2pPr marL="5143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1350" kern="1200" cap="none" baseline="0">
          <a:solidFill>
            <a:schemeClr val="tx1"/>
          </a:solidFill>
          <a:effectLst/>
          <a:latin typeface="+mn-lt"/>
          <a:ea typeface="+mn-ea"/>
          <a:cs typeface="+mn-cs"/>
        </a:defRPr>
      </a:lvl2pPr>
      <a:lvl3pPr marL="8572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3pPr>
      <a:lvl4pPr marL="12001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1050" kern="1200" cap="none" baseline="0">
          <a:solidFill>
            <a:schemeClr val="tx1"/>
          </a:solidFill>
          <a:effectLst/>
          <a:latin typeface="+mn-lt"/>
          <a:ea typeface="+mn-ea"/>
          <a:cs typeface="+mn-cs"/>
        </a:defRPr>
      </a:lvl4pPr>
      <a:lvl5pPr marL="15430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a:solidFill>
            <a:schemeClr val="tx1"/>
          </a:solidFill>
          <a:effectLst/>
          <a:latin typeface="+mn-lt"/>
          <a:ea typeface="+mn-ea"/>
          <a:cs typeface="+mn-cs"/>
        </a:defRPr>
      </a:lvl5pPr>
      <a:lvl6pPr marL="18859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a:solidFill>
            <a:schemeClr val="tx1"/>
          </a:solidFill>
          <a:effectLst/>
          <a:latin typeface="+mn-lt"/>
          <a:ea typeface="+mn-ea"/>
          <a:cs typeface="+mn-cs"/>
        </a:defRPr>
      </a:lvl6pPr>
      <a:lvl7pPr marL="22288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a:solidFill>
            <a:schemeClr val="tx1"/>
          </a:solidFill>
          <a:effectLst/>
          <a:latin typeface="+mn-lt"/>
          <a:ea typeface="+mn-ea"/>
          <a:cs typeface="+mn-cs"/>
        </a:defRPr>
      </a:lvl7pPr>
      <a:lvl8pPr marL="25717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baseline="0">
          <a:solidFill>
            <a:schemeClr val="tx1"/>
          </a:solidFill>
          <a:effectLst/>
          <a:latin typeface="+mn-lt"/>
          <a:ea typeface="+mn-ea"/>
          <a:cs typeface="+mn-cs"/>
        </a:defRPr>
      </a:lvl8pPr>
      <a:lvl9pPr marL="29146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baseline="0">
          <a:solidFill>
            <a:schemeClr val="tx1"/>
          </a:solidFill>
          <a:effectLst/>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04" userDrawn="1">
          <p15:clr>
            <a:srgbClr val="F26B43"/>
          </p15:clr>
        </p15:guide>
        <p15:guide id="2" orient="horz" pos="350" userDrawn="1">
          <p15:clr>
            <a:srgbClr val="F26B43"/>
          </p15:clr>
        </p15:guide>
        <p15:guide id="3" pos="5556" userDrawn="1">
          <p15:clr>
            <a:srgbClr val="F26B43"/>
          </p15:clr>
        </p15:guide>
        <p15:guide id="4" orient="horz" pos="804" userDrawn="1">
          <p15:clr>
            <a:srgbClr val="F26B43"/>
          </p15:clr>
        </p15:guide>
        <p15:guide id="5" orient="horz" pos="2822"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6.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7.xml"/><Relationship Id="rId6" Type="http://schemas.openxmlformats.org/officeDocument/2006/relationships/image" Target="../media/image7.png"/><Relationship Id="rId5" Type="http://schemas.openxmlformats.org/officeDocument/2006/relationships/image" Target="../media/image6.png"/><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jpeg"/><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xml"/><Relationship Id="rId1" Type="http://schemas.openxmlformats.org/officeDocument/2006/relationships/slideLayout" Target="../slideLayouts/slideLayout26.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jpeg"/><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jpeg"/><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9.jpeg"/><Relationship Id="rId1" Type="http://schemas.openxmlformats.org/officeDocument/2006/relationships/slideLayout" Target="../slideLayouts/slideLayout24.xml"/><Relationship Id="rId5" Type="http://schemas.openxmlformats.org/officeDocument/2006/relationships/image" Target="../media/image14.svg"/><Relationship Id="rId4" Type="http://schemas.openxmlformats.org/officeDocument/2006/relationships/image" Target="../media/image13.svg"/></Relationships>
</file>

<file path=ppt/slides/_rels/slide1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5.xml"/><Relationship Id="rId1" Type="http://schemas.openxmlformats.org/officeDocument/2006/relationships/slideLayout" Target="../slideLayouts/slideLayout2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5.xml"/></Relationships>
</file>

<file path=ppt/slides/_rels/slide2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5.xml"/></Relationships>
</file>

<file path=ppt/slides/_rels/slide2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0CB379A-B950-48F4-9614-7AA2C9AA76DE}"/>
              </a:ext>
            </a:extLst>
          </p:cNvPr>
          <p:cNvSpPr>
            <a:spLocks noGrp="1"/>
          </p:cNvSpPr>
          <p:nvPr>
            <p:ph type="body" sz="quarter" idx="12"/>
          </p:nvPr>
        </p:nvSpPr>
        <p:spPr/>
        <p:txBody>
          <a:bodyPr/>
          <a:lstStyle/>
          <a:p>
            <a:endParaRPr lang="en-US" dirty="0">
              <a:solidFill>
                <a:schemeClr val="bg1"/>
              </a:solidFill>
            </a:endParaRPr>
          </a:p>
        </p:txBody>
      </p:sp>
      <p:sp>
        <p:nvSpPr>
          <p:cNvPr id="6" name="Text Placeholder 5">
            <a:extLst>
              <a:ext uri="{FF2B5EF4-FFF2-40B4-BE49-F238E27FC236}">
                <a16:creationId xmlns:a16="http://schemas.microsoft.com/office/drawing/2014/main" id="{C87E7076-E8D9-4497-B6F9-962C2A738752}"/>
              </a:ext>
            </a:extLst>
          </p:cNvPr>
          <p:cNvSpPr>
            <a:spLocks noGrp="1"/>
          </p:cNvSpPr>
          <p:nvPr>
            <p:ph type="body" sz="quarter" idx="15"/>
          </p:nvPr>
        </p:nvSpPr>
        <p:spPr>
          <a:xfrm>
            <a:off x="311149" y="2126208"/>
            <a:ext cx="8509000" cy="259406"/>
          </a:xfrm>
        </p:spPr>
        <p:txBody>
          <a:bodyPr/>
          <a:lstStyle/>
          <a:p>
            <a:endParaRPr lang="en-US" dirty="0"/>
          </a:p>
        </p:txBody>
      </p:sp>
      <p:sp>
        <p:nvSpPr>
          <p:cNvPr id="51" name="Title 50">
            <a:extLst>
              <a:ext uri="{FF2B5EF4-FFF2-40B4-BE49-F238E27FC236}">
                <a16:creationId xmlns:a16="http://schemas.microsoft.com/office/drawing/2014/main" id="{1D833E7E-C9F8-4E4D-86D8-A9B51D4D4543}"/>
              </a:ext>
            </a:extLst>
          </p:cNvPr>
          <p:cNvSpPr>
            <a:spLocks noGrp="1"/>
          </p:cNvSpPr>
          <p:nvPr>
            <p:ph type="title"/>
          </p:nvPr>
        </p:nvSpPr>
        <p:spPr>
          <a:xfrm>
            <a:off x="311148" y="1776924"/>
            <a:ext cx="8496299" cy="316182"/>
          </a:xfrm>
        </p:spPr>
        <p:txBody>
          <a:bodyPr/>
          <a:lstStyle/>
          <a:p>
            <a:r>
              <a:rPr lang="de-DE" dirty="0"/>
              <a:t>Service Katalog</a:t>
            </a:r>
            <a:endParaRPr lang="en-US" dirty="0"/>
          </a:p>
        </p:txBody>
      </p:sp>
    </p:spTree>
    <p:extLst>
      <p:ext uri="{BB962C8B-B14F-4D97-AF65-F5344CB8AC3E}">
        <p14:creationId xmlns:p14="http://schemas.microsoft.com/office/powerpoint/2010/main" val="1054640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B93DF66B-5F94-48F1-901B-F51047ECCC73}"/>
              </a:ext>
            </a:extLst>
          </p:cNvPr>
          <p:cNvSpPr>
            <a:spLocks noGrp="1"/>
          </p:cNvSpPr>
          <p:nvPr>
            <p:ph type="body" sz="quarter" idx="16"/>
          </p:nvPr>
        </p:nvSpPr>
        <p:spPr/>
        <p:txBody>
          <a:bodyPr/>
          <a:lstStyle/>
          <a:p>
            <a:endParaRPr lang="de-DE"/>
          </a:p>
        </p:txBody>
      </p:sp>
      <p:sp>
        <p:nvSpPr>
          <p:cNvPr id="3" name="Fußzeilenplatzhalter 2">
            <a:extLst>
              <a:ext uri="{FF2B5EF4-FFF2-40B4-BE49-F238E27FC236}">
                <a16:creationId xmlns:a16="http://schemas.microsoft.com/office/drawing/2014/main" id="{90381224-EE7F-46EE-A14A-8AFD3BEAD5BF}"/>
              </a:ext>
            </a:extLst>
          </p:cNvPr>
          <p:cNvSpPr>
            <a:spLocks noGrp="1"/>
          </p:cNvSpPr>
          <p:nvPr>
            <p:ph type="ftr" sz="quarter" idx="3"/>
          </p:nvPr>
        </p:nvSpPr>
        <p:spPr/>
        <p:txBody>
          <a:bodyPr/>
          <a:lstStyle/>
          <a:p>
            <a:pPr algn="l"/>
            <a:r>
              <a:rPr lang="en-US"/>
              <a:t>Präsentationstitel</a:t>
            </a:r>
            <a:endParaRPr lang="en-US" dirty="0"/>
          </a:p>
        </p:txBody>
      </p:sp>
      <p:sp>
        <p:nvSpPr>
          <p:cNvPr id="4" name="Textplatzhalter 3">
            <a:extLst>
              <a:ext uri="{FF2B5EF4-FFF2-40B4-BE49-F238E27FC236}">
                <a16:creationId xmlns:a16="http://schemas.microsoft.com/office/drawing/2014/main" id="{9C51FC2E-A658-40B8-B165-3D1A294808D0}"/>
              </a:ext>
            </a:extLst>
          </p:cNvPr>
          <p:cNvSpPr>
            <a:spLocks noGrp="1"/>
          </p:cNvSpPr>
          <p:nvPr>
            <p:ph type="body" sz="quarter" idx="15"/>
          </p:nvPr>
        </p:nvSpPr>
        <p:spPr/>
        <p:txBody>
          <a:bodyPr/>
          <a:lstStyle/>
          <a:p>
            <a:endParaRPr lang="de-DE"/>
          </a:p>
        </p:txBody>
      </p:sp>
      <p:sp>
        <p:nvSpPr>
          <p:cNvPr id="5" name="Titel 4">
            <a:extLst>
              <a:ext uri="{FF2B5EF4-FFF2-40B4-BE49-F238E27FC236}">
                <a16:creationId xmlns:a16="http://schemas.microsoft.com/office/drawing/2014/main" id="{7E3A37B0-38C2-44EA-8FDE-3F51798C3AD3}"/>
              </a:ext>
            </a:extLst>
          </p:cNvPr>
          <p:cNvSpPr>
            <a:spLocks noGrp="1"/>
          </p:cNvSpPr>
          <p:nvPr>
            <p:ph type="title"/>
          </p:nvPr>
        </p:nvSpPr>
        <p:spPr/>
        <p:txBody>
          <a:bodyPr/>
          <a:lstStyle/>
          <a:p>
            <a:r>
              <a:rPr lang="de-DE" dirty="0"/>
              <a:t>Agenda</a:t>
            </a:r>
          </a:p>
        </p:txBody>
      </p:sp>
    </p:spTree>
    <p:extLst>
      <p:ext uri="{BB962C8B-B14F-4D97-AF65-F5344CB8AC3E}">
        <p14:creationId xmlns:p14="http://schemas.microsoft.com/office/powerpoint/2010/main" val="31846711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E944DADE-5B48-492E-ABE0-BA9D335560E2}"/>
              </a:ext>
            </a:extLst>
          </p:cNvPr>
          <p:cNvPicPr>
            <a:picLocks noGrp="1" noChangeAspect="1"/>
          </p:cNvPicPr>
          <p:nvPr>
            <p:ph type="pic" sz="quarter" idx="16"/>
          </p:nvPr>
        </p:nvPicPr>
        <p:blipFill rotWithShape="1">
          <a:blip r:embed="rId2" cstate="print">
            <a:extLst>
              <a:ext uri="{28A0092B-C50C-407E-A947-70E740481C1C}">
                <a14:useLocalDpi xmlns:a14="http://schemas.microsoft.com/office/drawing/2010/main"/>
              </a:ext>
            </a:extLst>
          </a:blip>
          <a:srcRect l="16" r="16"/>
          <a:stretch/>
        </p:blipFill>
        <p:spPr/>
      </p:pic>
      <p:sp>
        <p:nvSpPr>
          <p:cNvPr id="20" name="Textplatzhalter 19">
            <a:extLst>
              <a:ext uri="{FF2B5EF4-FFF2-40B4-BE49-F238E27FC236}">
                <a16:creationId xmlns:a16="http://schemas.microsoft.com/office/drawing/2014/main" id="{60863601-E447-4CD6-89C6-A60134F98387}"/>
              </a:ext>
            </a:extLst>
          </p:cNvPr>
          <p:cNvSpPr>
            <a:spLocks noGrp="1"/>
          </p:cNvSpPr>
          <p:nvPr>
            <p:ph type="body" sz="quarter" idx="15"/>
          </p:nvPr>
        </p:nvSpPr>
        <p:spPr/>
        <p:txBody>
          <a:bodyPr/>
          <a:lstStyle/>
          <a:p>
            <a:endParaRPr lang="de-DE" dirty="0"/>
          </a:p>
        </p:txBody>
      </p:sp>
      <p:sp>
        <p:nvSpPr>
          <p:cNvPr id="19" name="Titel 18">
            <a:extLst>
              <a:ext uri="{FF2B5EF4-FFF2-40B4-BE49-F238E27FC236}">
                <a16:creationId xmlns:a16="http://schemas.microsoft.com/office/drawing/2014/main" id="{701F5AEF-4E51-4040-8DFC-C8CB6756DEF3}"/>
              </a:ext>
            </a:extLst>
          </p:cNvPr>
          <p:cNvSpPr>
            <a:spLocks noGrp="1"/>
          </p:cNvSpPr>
          <p:nvPr>
            <p:ph type="title"/>
          </p:nvPr>
        </p:nvSpPr>
        <p:spPr/>
        <p:txBody>
          <a:bodyPr/>
          <a:lstStyle/>
          <a:p>
            <a:r>
              <a:rPr lang="de-DE" dirty="0"/>
              <a:t>Serviceübersicht</a:t>
            </a:r>
          </a:p>
        </p:txBody>
      </p:sp>
      <p:sp>
        <p:nvSpPr>
          <p:cNvPr id="4" name="Textplatzhalter 3">
            <a:extLst>
              <a:ext uri="{FF2B5EF4-FFF2-40B4-BE49-F238E27FC236}">
                <a16:creationId xmlns:a16="http://schemas.microsoft.com/office/drawing/2014/main" id="{163AB676-4893-429B-983C-05F242025931}"/>
              </a:ext>
            </a:extLst>
          </p:cNvPr>
          <p:cNvSpPr>
            <a:spLocks noGrp="1"/>
          </p:cNvSpPr>
          <p:nvPr>
            <p:ph type="body" sz="quarter" idx="17"/>
          </p:nvPr>
        </p:nvSpPr>
        <p:spPr/>
        <p:txBody>
          <a:bodyPr/>
          <a:lstStyle/>
          <a:p>
            <a:r>
              <a:rPr lang="de-DE" sz="1800" dirty="0">
                <a:effectLst/>
                <a:latin typeface="Calibri" panose="020F0502020204030204" pitchFamily="34" charset="0"/>
                <a:ea typeface="Calibri" panose="020F0502020204030204" pitchFamily="34" charset="0"/>
              </a:rPr>
              <a:t>Nachfolgend erhalten Sie einen Auszug aus unserem Servicekatalog</a:t>
            </a:r>
            <a:endParaRPr lang="de-DE" dirty="0"/>
          </a:p>
        </p:txBody>
      </p:sp>
      <p:sp>
        <p:nvSpPr>
          <p:cNvPr id="2" name="Fußzeilenplatzhalter 1">
            <a:extLst>
              <a:ext uri="{FF2B5EF4-FFF2-40B4-BE49-F238E27FC236}">
                <a16:creationId xmlns:a16="http://schemas.microsoft.com/office/drawing/2014/main" id="{D19961AE-5D92-472A-BE32-6CB7AFB6C88A}"/>
              </a:ext>
            </a:extLst>
          </p:cNvPr>
          <p:cNvSpPr>
            <a:spLocks noGrp="1"/>
          </p:cNvSpPr>
          <p:nvPr>
            <p:ph type="ftr" sz="quarter" idx="3"/>
          </p:nvPr>
        </p:nvSpPr>
        <p:spPr/>
        <p:txBody>
          <a:bodyPr/>
          <a:lstStyle/>
          <a:p>
            <a:pPr algn="l"/>
            <a:r>
              <a:rPr lang="de-DE" dirty="0"/>
              <a:t>Service „Managed Compliance as a Service“</a:t>
            </a:r>
          </a:p>
        </p:txBody>
      </p:sp>
    </p:spTree>
    <p:extLst>
      <p:ext uri="{BB962C8B-B14F-4D97-AF65-F5344CB8AC3E}">
        <p14:creationId xmlns:p14="http://schemas.microsoft.com/office/powerpoint/2010/main" val="11322570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E944DADE-5B48-492E-ABE0-BA9D335560E2}"/>
              </a:ext>
            </a:extLst>
          </p:cNvPr>
          <p:cNvPicPr>
            <a:picLocks noGrp="1" noChangeAspect="1"/>
          </p:cNvPicPr>
          <p:nvPr>
            <p:ph type="pic" sz="quarter" idx="16"/>
          </p:nvPr>
        </p:nvPicPr>
        <p:blipFill rotWithShape="1">
          <a:blip r:embed="rId2" cstate="print">
            <a:extLst>
              <a:ext uri="{28A0092B-C50C-407E-A947-70E740481C1C}">
                <a14:useLocalDpi xmlns:a14="http://schemas.microsoft.com/office/drawing/2010/main"/>
              </a:ext>
            </a:extLst>
          </a:blip>
          <a:srcRect l="16" r="16"/>
          <a:stretch/>
        </p:blipFill>
        <p:spPr/>
      </p:pic>
      <p:sp>
        <p:nvSpPr>
          <p:cNvPr id="20" name="Textplatzhalter 19">
            <a:extLst>
              <a:ext uri="{FF2B5EF4-FFF2-40B4-BE49-F238E27FC236}">
                <a16:creationId xmlns:a16="http://schemas.microsoft.com/office/drawing/2014/main" id="{60863601-E447-4CD6-89C6-A60134F98387}"/>
              </a:ext>
            </a:extLst>
          </p:cNvPr>
          <p:cNvSpPr>
            <a:spLocks noGrp="1"/>
          </p:cNvSpPr>
          <p:nvPr>
            <p:ph type="body" sz="quarter" idx="15"/>
          </p:nvPr>
        </p:nvSpPr>
        <p:spPr/>
        <p:txBody>
          <a:bodyPr/>
          <a:lstStyle/>
          <a:p>
            <a:endParaRPr lang="de-DE" dirty="0"/>
          </a:p>
        </p:txBody>
      </p:sp>
      <p:sp>
        <p:nvSpPr>
          <p:cNvPr id="19" name="Titel 18">
            <a:extLst>
              <a:ext uri="{FF2B5EF4-FFF2-40B4-BE49-F238E27FC236}">
                <a16:creationId xmlns:a16="http://schemas.microsoft.com/office/drawing/2014/main" id="{701F5AEF-4E51-4040-8DFC-C8CB6756DEF3}"/>
              </a:ext>
            </a:extLst>
          </p:cNvPr>
          <p:cNvSpPr>
            <a:spLocks noGrp="1"/>
          </p:cNvSpPr>
          <p:nvPr>
            <p:ph type="title"/>
          </p:nvPr>
        </p:nvSpPr>
        <p:spPr/>
        <p:txBody>
          <a:bodyPr/>
          <a:lstStyle/>
          <a:p>
            <a:r>
              <a:rPr lang="de-DE" dirty="0"/>
              <a:t>Compliance as a Service</a:t>
            </a:r>
          </a:p>
        </p:txBody>
      </p:sp>
      <p:sp>
        <p:nvSpPr>
          <p:cNvPr id="4" name="Textplatzhalter 3">
            <a:extLst>
              <a:ext uri="{FF2B5EF4-FFF2-40B4-BE49-F238E27FC236}">
                <a16:creationId xmlns:a16="http://schemas.microsoft.com/office/drawing/2014/main" id="{163AB676-4893-429B-983C-05F242025931}"/>
              </a:ext>
            </a:extLst>
          </p:cNvPr>
          <p:cNvSpPr>
            <a:spLocks noGrp="1"/>
          </p:cNvSpPr>
          <p:nvPr>
            <p:ph type="body" sz="quarter" idx="17"/>
          </p:nvPr>
        </p:nvSpPr>
        <p:spPr/>
        <p:txBody>
          <a:bodyPr>
            <a:normAutofit fontScale="85000" lnSpcReduction="10000"/>
          </a:bodyPr>
          <a:lstStyle/>
          <a:p>
            <a:r>
              <a:rPr lang="de-DE" dirty="0"/>
              <a:t>„</a:t>
            </a:r>
            <a:r>
              <a:rPr lang="de-DE" sz="1300" i="1" dirty="0">
                <a:effectLst/>
                <a:latin typeface="Calibri" panose="020F0502020204030204" pitchFamily="34" charset="0"/>
                <a:ea typeface="Calibri" panose="020F0502020204030204" pitchFamily="34" charset="0"/>
              </a:rPr>
              <a:t>Grundsätzlich ist die Rolle in unserem Standard Angebot „</a:t>
            </a:r>
            <a:r>
              <a:rPr lang="de-DE" sz="1300" i="1" dirty="0">
                <a:latin typeface="Calibri" panose="020F0502020204030204" pitchFamily="34" charset="0"/>
                <a:ea typeface="Calibri" panose="020F0502020204030204" pitchFamily="34" charset="0"/>
              </a:rPr>
              <a:t>P3 </a:t>
            </a:r>
            <a:r>
              <a:rPr lang="de-DE" sz="1300" i="1" dirty="0" err="1">
                <a:latin typeface="Calibri" panose="020F0502020204030204" pitchFamily="34" charset="0"/>
                <a:ea typeface="Calibri" panose="020F0502020204030204" pitchFamily="34" charset="0"/>
              </a:rPr>
              <a:t>cloud</a:t>
            </a:r>
            <a:r>
              <a:rPr lang="de-DE" sz="1300" i="1" dirty="0">
                <a:latin typeface="Calibri" panose="020F0502020204030204" pitchFamily="34" charset="0"/>
                <a:ea typeface="Calibri" panose="020F0502020204030204" pitchFamily="34" charset="0"/>
              </a:rPr>
              <a:t> </a:t>
            </a:r>
            <a:r>
              <a:rPr lang="de-DE" sz="1300" i="1" dirty="0" err="1">
                <a:latin typeface="Calibri" panose="020F0502020204030204" pitchFamily="34" charset="0"/>
                <a:ea typeface="Calibri" panose="020F0502020204030204" pitchFamily="34" charset="0"/>
              </a:rPr>
              <a:t>solutions</a:t>
            </a:r>
            <a:r>
              <a:rPr lang="de-DE" sz="1300" i="1" dirty="0">
                <a:latin typeface="Calibri" panose="020F0502020204030204" pitchFamily="34" charset="0"/>
                <a:ea typeface="Calibri" panose="020F0502020204030204" pitchFamily="34" charset="0"/>
              </a:rPr>
              <a:t> GmbH</a:t>
            </a:r>
            <a:r>
              <a:rPr lang="de-DE" sz="1300" i="1" dirty="0">
                <a:effectLst/>
                <a:latin typeface="Calibri" panose="020F0502020204030204" pitchFamily="34" charset="0"/>
                <a:ea typeface="Calibri" panose="020F0502020204030204" pitchFamily="34" charset="0"/>
              </a:rPr>
              <a:t> – Compliance as a Service“ als Managed Services enthalten.</a:t>
            </a:r>
            <a:br>
              <a:rPr lang="de-DE" sz="1300" i="1" dirty="0">
                <a:effectLst/>
                <a:latin typeface="Calibri" panose="020F0502020204030204" pitchFamily="34" charset="0"/>
                <a:ea typeface="Calibri" panose="020F0502020204030204" pitchFamily="34" charset="0"/>
              </a:rPr>
            </a:br>
            <a:r>
              <a:rPr lang="de-DE" sz="1300" i="1" dirty="0">
                <a:effectLst/>
                <a:latin typeface="Calibri" panose="020F0502020204030204" pitchFamily="34" charset="0"/>
                <a:ea typeface="Calibri" panose="020F0502020204030204" pitchFamily="34" charset="0"/>
              </a:rPr>
              <a:t>Innerhalb regelmäßiger Statusmeetings erhalten Sie 1 x pro Monat einen Bericht</a:t>
            </a:r>
            <a:r>
              <a:rPr lang="de-DE" sz="1800" i="1" dirty="0">
                <a:effectLst/>
                <a:latin typeface="Calibri" panose="020F0502020204030204" pitchFamily="34" charset="0"/>
                <a:ea typeface="Calibri" panose="020F0502020204030204" pitchFamily="34" charset="0"/>
              </a:rPr>
              <a:t>.“</a:t>
            </a:r>
          </a:p>
          <a:p>
            <a:pPr marL="285750" indent="-285750">
              <a:buFontTx/>
              <a:buChar char="-"/>
            </a:pPr>
            <a:r>
              <a:rPr lang="de-DE" sz="1800" dirty="0">
                <a:latin typeface="Calibri" panose="020F0502020204030204" pitchFamily="34" charset="0"/>
                <a:ea typeface="Calibri" panose="020F0502020204030204" pitchFamily="34" charset="0"/>
              </a:rPr>
              <a:t>Mtl. Reporting über </a:t>
            </a:r>
            <a:r>
              <a:rPr lang="de-DE" sz="1800" i="1" dirty="0">
                <a:latin typeface="Calibri" panose="020F0502020204030204" pitchFamily="34" charset="0"/>
                <a:ea typeface="Calibri" panose="020F0502020204030204" pitchFamily="34" charset="0"/>
              </a:rPr>
              <a:t>Defender für Office 365 </a:t>
            </a:r>
            <a:r>
              <a:rPr lang="de-DE" sz="1800" dirty="0">
                <a:latin typeface="Calibri" panose="020F0502020204030204" pitchFamily="34" charset="0"/>
                <a:ea typeface="Calibri" panose="020F0502020204030204" pitchFamily="34" charset="0"/>
              </a:rPr>
              <a:t>Einstellungen</a:t>
            </a:r>
          </a:p>
          <a:p>
            <a:pPr marL="285750" indent="-285750">
              <a:buFontTx/>
              <a:buChar char="-"/>
            </a:pPr>
            <a:r>
              <a:rPr lang="de-DE" sz="1800" dirty="0">
                <a:effectLst/>
                <a:latin typeface="Calibri" panose="020F0502020204030204" pitchFamily="34" charset="0"/>
                <a:ea typeface="Calibri" panose="020F0502020204030204" pitchFamily="34" charset="0"/>
              </a:rPr>
              <a:t>Antimalware / </a:t>
            </a:r>
            <a:r>
              <a:rPr lang="de-DE" sz="1800" dirty="0" err="1">
                <a:effectLst/>
                <a:latin typeface="Calibri" panose="020F0502020204030204" pitchFamily="34" charset="0"/>
                <a:ea typeface="Calibri" panose="020F0502020204030204" pitchFamily="34" charset="0"/>
              </a:rPr>
              <a:t>Antispam</a:t>
            </a:r>
            <a:r>
              <a:rPr lang="de-DE" sz="1800" dirty="0">
                <a:effectLst/>
                <a:latin typeface="Calibri" panose="020F0502020204030204" pitchFamily="34" charset="0"/>
                <a:ea typeface="Calibri" panose="020F0502020204030204" pitchFamily="34" charset="0"/>
              </a:rPr>
              <a:t> auf Basis </a:t>
            </a:r>
            <a:r>
              <a:rPr lang="de-DE" sz="1800" i="1" dirty="0">
                <a:effectLst/>
                <a:latin typeface="Calibri" panose="020F0502020204030204" pitchFamily="34" charset="0"/>
                <a:ea typeface="Calibri" panose="020F0502020204030204" pitchFamily="34" charset="0"/>
              </a:rPr>
              <a:t>Best </a:t>
            </a:r>
            <a:r>
              <a:rPr lang="de-DE" sz="1800" i="1" dirty="0" err="1">
                <a:effectLst/>
                <a:latin typeface="Calibri" panose="020F0502020204030204" pitchFamily="34" charset="0"/>
                <a:ea typeface="Calibri" panose="020F0502020204030204" pitchFamily="34" charset="0"/>
              </a:rPr>
              <a:t>Practise</a:t>
            </a:r>
            <a:r>
              <a:rPr lang="de-DE" sz="1800" i="1" dirty="0">
                <a:effectLst/>
                <a:latin typeface="Calibri" panose="020F0502020204030204" pitchFamily="34" charset="0"/>
                <a:ea typeface="Calibri" panose="020F0502020204030204" pitchFamily="34" charset="0"/>
              </a:rPr>
              <a:t> </a:t>
            </a:r>
            <a:r>
              <a:rPr lang="de-DE" sz="1800" dirty="0">
                <a:effectLst/>
                <a:latin typeface="Calibri" panose="020F0502020204030204" pitchFamily="34" charset="0"/>
                <a:ea typeface="Calibri" panose="020F0502020204030204" pitchFamily="34" charset="0"/>
              </a:rPr>
              <a:t>(P3/MS)</a:t>
            </a:r>
          </a:p>
          <a:p>
            <a:pPr marL="285750" indent="-285750">
              <a:buFontTx/>
              <a:buChar char="-"/>
            </a:pPr>
            <a:r>
              <a:rPr lang="de-DE" sz="1800" dirty="0" err="1">
                <a:latin typeface="Calibri" panose="020F0502020204030204" pitchFamily="34" charset="0"/>
                <a:ea typeface="Calibri" panose="020F0502020204030204" pitchFamily="34" charset="0"/>
              </a:rPr>
              <a:t>Responsible</a:t>
            </a:r>
            <a:r>
              <a:rPr lang="de-DE" sz="1800" dirty="0">
                <a:latin typeface="Calibri" panose="020F0502020204030204" pitchFamily="34" charset="0"/>
                <a:ea typeface="Calibri" panose="020F0502020204030204" pitchFamily="34" charset="0"/>
              </a:rPr>
              <a:t> über zentrales webbasiertes Ticketsystem für Warnungen mit automatischer Weiterleitung an Ihre interne Schnittstelle</a:t>
            </a:r>
          </a:p>
          <a:p>
            <a:pPr marL="285750" indent="-285750">
              <a:buFontTx/>
              <a:buChar char="-"/>
            </a:pPr>
            <a:r>
              <a:rPr lang="de-DE" sz="1800" dirty="0">
                <a:effectLst/>
                <a:latin typeface="Calibri" panose="020F0502020204030204" pitchFamily="34" charset="0"/>
                <a:ea typeface="Calibri" panose="020F0502020204030204" pitchFamily="34" charset="0"/>
              </a:rPr>
              <a:t>Pro Monat Aktualisierung von Standardregeln (Malware und Spam) bei Bedarf und auf Basis aktueller Erkenntnisse</a:t>
            </a:r>
          </a:p>
          <a:p>
            <a:pPr marL="285750" indent="-285750">
              <a:buFontTx/>
              <a:buChar char="-"/>
            </a:pPr>
            <a:r>
              <a:rPr lang="de-DE" sz="1800" dirty="0">
                <a:latin typeface="Calibri" panose="020F0502020204030204" pitchFamily="34" charset="0"/>
                <a:ea typeface="Calibri" panose="020F0502020204030204" pitchFamily="34" charset="0"/>
              </a:rPr>
              <a:t>Anpassung / Erstellung von Antispamregeln über Supportticket (Basispaket 10 </a:t>
            </a:r>
            <a:r>
              <a:rPr lang="de-DE" sz="1800" dirty="0" err="1">
                <a:latin typeface="Calibri" panose="020F0502020204030204" pitchFamily="34" charset="0"/>
                <a:ea typeface="Calibri" panose="020F0502020204030204" pitchFamily="34" charset="0"/>
              </a:rPr>
              <a:t>Stk</a:t>
            </a:r>
            <a:r>
              <a:rPr lang="de-DE" sz="1800" dirty="0">
                <a:latin typeface="Calibri" panose="020F0502020204030204" pitchFamily="34" charset="0"/>
                <a:ea typeface="Calibri" panose="020F0502020204030204" pitchFamily="34" charset="0"/>
              </a:rPr>
              <a:t>. Pro Monat)</a:t>
            </a:r>
          </a:p>
          <a:p>
            <a:pPr marL="285750" indent="-285750">
              <a:buFontTx/>
              <a:buChar char="-"/>
            </a:pPr>
            <a:r>
              <a:rPr lang="de-DE" sz="1800" dirty="0">
                <a:effectLst/>
                <a:latin typeface="Calibri" panose="020F0502020204030204" pitchFamily="34" charset="0"/>
                <a:ea typeface="Calibri" panose="020F0502020204030204" pitchFamily="34" charset="0"/>
              </a:rPr>
              <a:t>Implementierung und bei Bedarf Aktualisierung von branchenübergreifenden Aufbewahrungsrichtlinien als Vorlage</a:t>
            </a:r>
          </a:p>
        </p:txBody>
      </p:sp>
      <p:sp>
        <p:nvSpPr>
          <p:cNvPr id="2" name="Fußzeilenplatzhalter 1">
            <a:extLst>
              <a:ext uri="{FF2B5EF4-FFF2-40B4-BE49-F238E27FC236}">
                <a16:creationId xmlns:a16="http://schemas.microsoft.com/office/drawing/2014/main" id="{D19961AE-5D92-472A-BE32-6CB7AFB6C88A}"/>
              </a:ext>
            </a:extLst>
          </p:cNvPr>
          <p:cNvSpPr>
            <a:spLocks noGrp="1"/>
          </p:cNvSpPr>
          <p:nvPr>
            <p:ph type="ftr" sz="quarter" idx="3"/>
          </p:nvPr>
        </p:nvSpPr>
        <p:spPr/>
        <p:txBody>
          <a:bodyPr/>
          <a:lstStyle/>
          <a:p>
            <a:pPr algn="l"/>
            <a:r>
              <a:rPr lang="de-DE" dirty="0"/>
              <a:t>Service „Managed Compliance as a Service“</a:t>
            </a:r>
          </a:p>
        </p:txBody>
      </p:sp>
    </p:spTree>
    <p:extLst>
      <p:ext uri="{BB962C8B-B14F-4D97-AF65-F5344CB8AC3E}">
        <p14:creationId xmlns:p14="http://schemas.microsoft.com/office/powerpoint/2010/main" val="5139882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E944DADE-5B48-492E-ABE0-BA9D335560E2}"/>
              </a:ext>
            </a:extLst>
          </p:cNvPr>
          <p:cNvPicPr>
            <a:picLocks noGrp="1" noChangeAspect="1"/>
          </p:cNvPicPr>
          <p:nvPr>
            <p:ph type="pic" sz="quarter" idx="16"/>
          </p:nvPr>
        </p:nvPicPr>
        <p:blipFill rotWithShape="1">
          <a:blip r:embed="rId2" cstate="print">
            <a:extLst>
              <a:ext uri="{28A0092B-C50C-407E-A947-70E740481C1C}">
                <a14:useLocalDpi xmlns:a14="http://schemas.microsoft.com/office/drawing/2010/main"/>
              </a:ext>
            </a:extLst>
          </a:blip>
          <a:srcRect l="16" r="16"/>
          <a:stretch/>
        </p:blipFill>
        <p:spPr/>
      </p:pic>
      <p:sp>
        <p:nvSpPr>
          <p:cNvPr id="20" name="Textplatzhalter 19">
            <a:extLst>
              <a:ext uri="{FF2B5EF4-FFF2-40B4-BE49-F238E27FC236}">
                <a16:creationId xmlns:a16="http://schemas.microsoft.com/office/drawing/2014/main" id="{60863601-E447-4CD6-89C6-A60134F98387}"/>
              </a:ext>
            </a:extLst>
          </p:cNvPr>
          <p:cNvSpPr>
            <a:spLocks noGrp="1"/>
          </p:cNvSpPr>
          <p:nvPr>
            <p:ph type="body" sz="quarter" idx="15"/>
          </p:nvPr>
        </p:nvSpPr>
        <p:spPr/>
        <p:txBody>
          <a:bodyPr/>
          <a:lstStyle/>
          <a:p>
            <a:endParaRPr lang="de-DE" dirty="0"/>
          </a:p>
        </p:txBody>
      </p:sp>
      <p:sp>
        <p:nvSpPr>
          <p:cNvPr id="19" name="Titel 18">
            <a:extLst>
              <a:ext uri="{FF2B5EF4-FFF2-40B4-BE49-F238E27FC236}">
                <a16:creationId xmlns:a16="http://schemas.microsoft.com/office/drawing/2014/main" id="{701F5AEF-4E51-4040-8DFC-C8CB6756DEF3}"/>
              </a:ext>
            </a:extLst>
          </p:cNvPr>
          <p:cNvSpPr>
            <a:spLocks noGrp="1"/>
          </p:cNvSpPr>
          <p:nvPr>
            <p:ph type="title"/>
          </p:nvPr>
        </p:nvSpPr>
        <p:spPr/>
        <p:txBody>
          <a:bodyPr/>
          <a:lstStyle/>
          <a:p>
            <a:r>
              <a:rPr lang="de-DE" dirty="0"/>
              <a:t>Security as a Service</a:t>
            </a:r>
          </a:p>
        </p:txBody>
      </p:sp>
      <p:sp>
        <p:nvSpPr>
          <p:cNvPr id="4" name="Textplatzhalter 3">
            <a:extLst>
              <a:ext uri="{FF2B5EF4-FFF2-40B4-BE49-F238E27FC236}">
                <a16:creationId xmlns:a16="http://schemas.microsoft.com/office/drawing/2014/main" id="{163AB676-4893-429B-983C-05F242025931}"/>
              </a:ext>
            </a:extLst>
          </p:cNvPr>
          <p:cNvSpPr>
            <a:spLocks noGrp="1"/>
          </p:cNvSpPr>
          <p:nvPr>
            <p:ph type="body" sz="quarter" idx="17"/>
          </p:nvPr>
        </p:nvSpPr>
        <p:spPr/>
        <p:txBody>
          <a:bodyPr/>
          <a:lstStyle/>
          <a:p>
            <a:r>
              <a:rPr lang="de-DE" sz="1800" dirty="0">
                <a:effectLst/>
                <a:latin typeface="Calibri" panose="020F0502020204030204" pitchFamily="34" charset="0"/>
                <a:ea typeface="Calibri" panose="020F0502020204030204" pitchFamily="34" charset="0"/>
              </a:rPr>
              <a:t>„</a:t>
            </a:r>
            <a:r>
              <a:rPr lang="de-DE" sz="1800" i="1" dirty="0">
                <a:effectLst/>
                <a:latin typeface="Calibri" panose="020F0502020204030204" pitchFamily="34" charset="0"/>
                <a:ea typeface="Calibri" panose="020F0502020204030204" pitchFamily="34" charset="0"/>
              </a:rPr>
              <a:t>Überwachung und Reaktion bei Sicherheitsvorfällen im Bereich Office 365, Microsoft Endpoint und anderen Microsoft Azure Diensten</a:t>
            </a:r>
            <a:r>
              <a:rPr lang="de-DE" sz="1800" dirty="0">
                <a:effectLst/>
                <a:latin typeface="Calibri" panose="020F0502020204030204" pitchFamily="34" charset="0"/>
                <a:ea typeface="Calibri" panose="020F0502020204030204" pitchFamily="34" charset="0"/>
              </a:rPr>
              <a:t>“</a:t>
            </a:r>
          </a:p>
          <a:p>
            <a:pPr marL="285750" indent="-285750">
              <a:buFontTx/>
              <a:buChar char="-"/>
            </a:pPr>
            <a:r>
              <a:rPr lang="de-DE" sz="1800" dirty="0">
                <a:latin typeface="Calibri" panose="020F0502020204030204" pitchFamily="34" charset="0"/>
              </a:rPr>
              <a:t>Implementierung / On-Boarding eines deutschen Security Centers auf Basis „Microsoft Security Center“</a:t>
            </a:r>
          </a:p>
          <a:p>
            <a:pPr marL="285750" indent="-285750">
              <a:buFontTx/>
              <a:buChar char="-"/>
            </a:pPr>
            <a:r>
              <a:rPr lang="de-DE" sz="1800" dirty="0">
                <a:latin typeface="Calibri" panose="020F0502020204030204" pitchFamily="34" charset="0"/>
              </a:rPr>
              <a:t>Anbindung von</a:t>
            </a:r>
          </a:p>
          <a:p>
            <a:pPr marL="555625" lvl="1" indent="-285750">
              <a:buFontTx/>
              <a:buChar char="-"/>
            </a:pPr>
            <a:r>
              <a:rPr lang="de-DE" dirty="0">
                <a:latin typeface="Calibri" panose="020F0502020204030204" pitchFamily="34" charset="0"/>
              </a:rPr>
              <a:t>Office 365</a:t>
            </a:r>
          </a:p>
          <a:p>
            <a:pPr marL="555625" lvl="1" indent="-285750">
              <a:buFontTx/>
              <a:buChar char="-"/>
            </a:pPr>
            <a:endParaRPr lang="de-DE" dirty="0"/>
          </a:p>
        </p:txBody>
      </p:sp>
      <p:sp>
        <p:nvSpPr>
          <p:cNvPr id="2" name="Fußzeilenplatzhalter 1">
            <a:extLst>
              <a:ext uri="{FF2B5EF4-FFF2-40B4-BE49-F238E27FC236}">
                <a16:creationId xmlns:a16="http://schemas.microsoft.com/office/drawing/2014/main" id="{D19961AE-5D92-472A-BE32-6CB7AFB6C88A}"/>
              </a:ext>
            </a:extLst>
          </p:cNvPr>
          <p:cNvSpPr>
            <a:spLocks noGrp="1"/>
          </p:cNvSpPr>
          <p:nvPr>
            <p:ph type="ftr" sz="quarter" idx="3"/>
          </p:nvPr>
        </p:nvSpPr>
        <p:spPr/>
        <p:txBody>
          <a:bodyPr/>
          <a:lstStyle/>
          <a:p>
            <a:pPr algn="l"/>
            <a:r>
              <a:rPr lang="de-DE" dirty="0"/>
              <a:t>Service „Managed Compliance as a Service“</a:t>
            </a:r>
          </a:p>
        </p:txBody>
      </p:sp>
    </p:spTree>
    <p:extLst>
      <p:ext uri="{BB962C8B-B14F-4D97-AF65-F5344CB8AC3E}">
        <p14:creationId xmlns:p14="http://schemas.microsoft.com/office/powerpoint/2010/main" val="33932916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platzhalter 19">
            <a:extLst>
              <a:ext uri="{FF2B5EF4-FFF2-40B4-BE49-F238E27FC236}">
                <a16:creationId xmlns:a16="http://schemas.microsoft.com/office/drawing/2014/main" id="{60863601-E447-4CD6-89C6-A60134F98387}"/>
              </a:ext>
            </a:extLst>
          </p:cNvPr>
          <p:cNvSpPr>
            <a:spLocks noGrp="1"/>
          </p:cNvSpPr>
          <p:nvPr>
            <p:ph type="body" sz="quarter" idx="15"/>
          </p:nvPr>
        </p:nvSpPr>
        <p:spPr/>
        <p:txBody>
          <a:bodyPr/>
          <a:lstStyle/>
          <a:p>
            <a:r>
              <a:rPr lang="de-DE" dirty="0"/>
              <a:t>Auszug</a:t>
            </a:r>
          </a:p>
        </p:txBody>
      </p:sp>
      <p:sp>
        <p:nvSpPr>
          <p:cNvPr id="19" name="Titel 18">
            <a:extLst>
              <a:ext uri="{FF2B5EF4-FFF2-40B4-BE49-F238E27FC236}">
                <a16:creationId xmlns:a16="http://schemas.microsoft.com/office/drawing/2014/main" id="{701F5AEF-4E51-4040-8DFC-C8CB6756DEF3}"/>
              </a:ext>
            </a:extLst>
          </p:cNvPr>
          <p:cNvSpPr>
            <a:spLocks noGrp="1"/>
          </p:cNvSpPr>
          <p:nvPr>
            <p:ph type="title"/>
          </p:nvPr>
        </p:nvSpPr>
        <p:spPr/>
        <p:txBody>
          <a:bodyPr/>
          <a:lstStyle/>
          <a:p>
            <a:r>
              <a:rPr lang="de-DE" dirty="0"/>
              <a:t>Security as a Service</a:t>
            </a:r>
          </a:p>
        </p:txBody>
      </p:sp>
      <p:sp>
        <p:nvSpPr>
          <p:cNvPr id="4" name="Textplatzhalter 3">
            <a:extLst>
              <a:ext uri="{FF2B5EF4-FFF2-40B4-BE49-F238E27FC236}">
                <a16:creationId xmlns:a16="http://schemas.microsoft.com/office/drawing/2014/main" id="{163AB676-4893-429B-983C-05F242025931}"/>
              </a:ext>
            </a:extLst>
          </p:cNvPr>
          <p:cNvSpPr>
            <a:spLocks noGrp="1"/>
          </p:cNvSpPr>
          <p:nvPr>
            <p:ph type="body" sz="quarter" idx="17"/>
          </p:nvPr>
        </p:nvSpPr>
        <p:spPr>
          <a:xfrm>
            <a:off x="323852" y="1249363"/>
            <a:ext cx="8496298" cy="3230698"/>
          </a:xfrm>
        </p:spPr>
        <p:txBody>
          <a:bodyPr>
            <a:noAutofit/>
          </a:bodyPr>
          <a:lstStyle/>
          <a:p>
            <a:pPr algn="l"/>
            <a:r>
              <a:rPr lang="de-DE" sz="900" b="0" i="0" dirty="0">
                <a:solidFill>
                  <a:srgbClr val="171717"/>
                </a:solidFill>
                <a:effectLst/>
                <a:latin typeface="Segoe UI" panose="020B0502040204020203" pitchFamily="34" charset="0"/>
              </a:rPr>
              <a:t>Sichtbarkeit</a:t>
            </a:r>
          </a:p>
          <a:p>
            <a:pPr marL="742950" lvl="1" indent="-285750" algn="l">
              <a:buFont typeface="Arial" panose="020B0604020202020204" pitchFamily="34" charset="0"/>
              <a:buChar char="•"/>
            </a:pPr>
            <a:r>
              <a:rPr lang="de-DE" sz="900" b="0" i="0" dirty="0">
                <a:solidFill>
                  <a:srgbClr val="171717"/>
                </a:solidFill>
                <a:effectLst/>
                <a:latin typeface="Segoe UI" panose="020B0502040204020203" pitchFamily="34" charset="0"/>
              </a:rPr>
              <a:t>Überwachen der Einhaltung von Sicherheitsrichtlinien und Sicherstellen der Sicherheitsabdeckung</a:t>
            </a:r>
          </a:p>
          <a:p>
            <a:pPr marL="742950" lvl="1" indent="-285750" algn="l">
              <a:buFont typeface="Arial" panose="020B0604020202020204" pitchFamily="34" charset="0"/>
              <a:buChar char="•"/>
            </a:pPr>
            <a:r>
              <a:rPr lang="de-DE" sz="900" b="0" i="0" dirty="0">
                <a:solidFill>
                  <a:srgbClr val="171717"/>
                </a:solidFill>
                <a:effectLst/>
                <a:latin typeface="Segoe UI" panose="020B0502040204020203" pitchFamily="34" charset="0"/>
              </a:rPr>
              <a:t>Kontinuierliche Überwachung der Einhaltung gesetzlicher Bestimmungen</a:t>
            </a:r>
          </a:p>
          <a:p>
            <a:pPr marL="742950" lvl="1" indent="-285750" algn="l">
              <a:buFont typeface="Arial" panose="020B0604020202020204" pitchFamily="34" charset="0"/>
              <a:buChar char="•"/>
            </a:pPr>
            <a:r>
              <a:rPr lang="de-DE" sz="900" b="0" i="0" dirty="0">
                <a:solidFill>
                  <a:srgbClr val="171717"/>
                </a:solidFill>
                <a:effectLst/>
                <a:latin typeface="Segoe UI" panose="020B0502040204020203" pitchFamily="34" charset="0"/>
              </a:rPr>
              <a:t>Überwachen, Selektieren und Priorisieren von umsetzbaren Sicherheitsempfehlungen mit Sicherheitsbewertungsberechnung</a:t>
            </a:r>
          </a:p>
          <a:p>
            <a:pPr algn="l"/>
            <a:r>
              <a:rPr lang="de-DE" sz="900" b="0" i="0" dirty="0">
                <a:solidFill>
                  <a:srgbClr val="171717"/>
                </a:solidFill>
                <a:effectLst/>
                <a:latin typeface="Segoe UI" panose="020B0502040204020203" pitchFamily="34" charset="0"/>
              </a:rPr>
              <a:t>Sicherheitsstatusverwaltung</a:t>
            </a:r>
          </a:p>
          <a:p>
            <a:pPr marL="742950" lvl="1" indent="-285750" algn="l">
              <a:buFont typeface="Arial" panose="020B0604020202020204" pitchFamily="34" charset="0"/>
              <a:buChar char="•"/>
            </a:pPr>
            <a:r>
              <a:rPr lang="de-DE" sz="900" b="0" i="0" dirty="0">
                <a:solidFill>
                  <a:srgbClr val="171717"/>
                </a:solidFill>
                <a:effectLst/>
                <a:latin typeface="Segoe UI" panose="020B0502040204020203" pitchFamily="34" charset="0"/>
              </a:rPr>
              <a:t>Verwalten von Sicherheitsrichtlinien</a:t>
            </a:r>
          </a:p>
          <a:p>
            <a:pPr marL="742950" lvl="1" indent="-285750" algn="l">
              <a:buFont typeface="Arial" panose="020B0604020202020204" pitchFamily="34" charset="0"/>
              <a:buChar char="•"/>
            </a:pPr>
            <a:r>
              <a:rPr lang="de-DE" sz="900" b="0" i="0" dirty="0">
                <a:solidFill>
                  <a:srgbClr val="171717"/>
                </a:solidFill>
                <a:effectLst/>
                <a:latin typeface="Segoe UI" panose="020B0502040204020203" pitchFamily="34" charset="0"/>
              </a:rPr>
              <a:t>Ergreifen von Maßnahmen für Ressourcen, die nicht mit umsetzbaren Sicherheitsempfehlungen konform sind</a:t>
            </a:r>
          </a:p>
          <a:p>
            <a:pPr marL="742950" lvl="1" indent="-285750" algn="l">
              <a:buFont typeface="Arial" panose="020B0604020202020204" pitchFamily="34" charset="0"/>
              <a:buChar char="•"/>
            </a:pPr>
            <a:r>
              <a:rPr lang="de-DE" sz="900" b="0" i="0" dirty="0">
                <a:solidFill>
                  <a:srgbClr val="171717"/>
                </a:solidFill>
                <a:effectLst/>
                <a:latin typeface="Segoe UI" panose="020B0502040204020203" pitchFamily="34" charset="0"/>
              </a:rPr>
              <a:t>Erfassen und Speichern von sicherheitsbezogenen Daten</a:t>
            </a:r>
          </a:p>
          <a:p>
            <a:pPr algn="l"/>
            <a:r>
              <a:rPr lang="de-DE" sz="900" b="0" i="0" dirty="0">
                <a:solidFill>
                  <a:srgbClr val="171717"/>
                </a:solidFill>
                <a:effectLst/>
                <a:latin typeface="Segoe UI" panose="020B0502040204020203" pitchFamily="34" charset="0"/>
              </a:rPr>
              <a:t>Bedrohungserkennung und entsprechender Schutz davor</a:t>
            </a:r>
          </a:p>
          <a:p>
            <a:pPr marL="742950" lvl="1" indent="-285750" algn="l">
              <a:buFont typeface="Arial" panose="020B0604020202020204" pitchFamily="34" charset="0"/>
              <a:buChar char="•"/>
            </a:pPr>
            <a:r>
              <a:rPr lang="de-DE" sz="900" b="0" i="0" dirty="0">
                <a:solidFill>
                  <a:srgbClr val="171717"/>
                </a:solidFill>
                <a:effectLst/>
                <a:latin typeface="Segoe UI" panose="020B0502040204020203" pitchFamily="34" charset="0"/>
              </a:rPr>
              <a:t>Erkennen von Bedrohungen über Ressourcen</a:t>
            </a:r>
          </a:p>
          <a:p>
            <a:pPr marL="742950" lvl="1" indent="-285750" algn="l">
              <a:buFont typeface="Arial" panose="020B0604020202020204" pitchFamily="34" charset="0"/>
              <a:buChar char="•"/>
            </a:pPr>
            <a:r>
              <a:rPr lang="de-DE" sz="900" b="0" i="0" dirty="0">
                <a:solidFill>
                  <a:srgbClr val="171717"/>
                </a:solidFill>
                <a:effectLst/>
                <a:latin typeface="Segoe UI" panose="020B0502040204020203" pitchFamily="34" charset="0"/>
              </a:rPr>
              <a:t>Anwenden von </a:t>
            </a:r>
            <a:r>
              <a:rPr lang="de-DE" sz="900" b="0" i="0" dirty="0" err="1">
                <a:solidFill>
                  <a:srgbClr val="171717"/>
                </a:solidFill>
                <a:effectLst/>
                <a:latin typeface="Segoe UI" panose="020B0502040204020203" pitchFamily="34" charset="0"/>
              </a:rPr>
              <a:t>Advanced</a:t>
            </a:r>
            <a:r>
              <a:rPr lang="de-DE" sz="900" b="0" i="0" dirty="0">
                <a:solidFill>
                  <a:srgbClr val="171717"/>
                </a:solidFill>
                <a:effectLst/>
                <a:latin typeface="Segoe UI" panose="020B0502040204020203" pitchFamily="34" charset="0"/>
              </a:rPr>
              <a:t> </a:t>
            </a:r>
            <a:r>
              <a:rPr lang="de-DE" sz="900" b="0" i="0" dirty="0" err="1">
                <a:solidFill>
                  <a:srgbClr val="171717"/>
                </a:solidFill>
                <a:effectLst/>
                <a:latin typeface="Segoe UI" panose="020B0502040204020203" pitchFamily="34" charset="0"/>
              </a:rPr>
              <a:t>Threat</a:t>
            </a:r>
            <a:r>
              <a:rPr lang="de-DE" sz="900" b="0" i="0" dirty="0">
                <a:solidFill>
                  <a:srgbClr val="171717"/>
                </a:solidFill>
                <a:effectLst/>
                <a:latin typeface="Segoe UI" panose="020B0502040204020203" pitchFamily="34" charset="0"/>
              </a:rPr>
              <a:t> Protection-Kontrollen, wie z. B. JIT-VM-Zugriff (Just-in-Time)</a:t>
            </a:r>
          </a:p>
          <a:p>
            <a:pPr marL="742950" lvl="1" indent="-285750" algn="l">
              <a:buFont typeface="Arial" panose="020B0604020202020204" pitchFamily="34" charset="0"/>
              <a:buChar char="•"/>
            </a:pPr>
            <a:r>
              <a:rPr lang="de-DE" sz="900" b="0" i="0" dirty="0">
                <a:solidFill>
                  <a:srgbClr val="171717"/>
                </a:solidFill>
                <a:effectLst/>
                <a:latin typeface="Segoe UI" panose="020B0502040204020203" pitchFamily="34" charset="0"/>
              </a:rPr>
              <a:t>Verstärkung des Schutzes der Konfiguration von Netzwerksicherheitsgruppen mit adaptiver Netzwerkhärtung</a:t>
            </a:r>
          </a:p>
          <a:p>
            <a:pPr marL="742950" lvl="1" indent="-285750" algn="l">
              <a:buFont typeface="Arial" panose="020B0604020202020204" pitchFamily="34" charset="0"/>
              <a:buChar char="•"/>
            </a:pPr>
            <a:r>
              <a:rPr lang="de-DE" sz="900" b="0" i="0" dirty="0">
                <a:solidFill>
                  <a:srgbClr val="171717"/>
                </a:solidFill>
                <a:effectLst/>
                <a:latin typeface="Segoe UI" panose="020B0502040204020203" pitchFamily="34" charset="0"/>
              </a:rPr>
              <a:t>Sicherstellung mittels adaptiver Anwendungssteuerung, dass auf Servern nur die Anwendungen und Prozesse ausgeführt werden, die ausgeführt werden sollten</a:t>
            </a:r>
          </a:p>
          <a:p>
            <a:pPr marL="742950" lvl="1" indent="-285750" algn="l">
              <a:buFont typeface="Arial" panose="020B0604020202020204" pitchFamily="34" charset="0"/>
              <a:buChar char="•"/>
            </a:pPr>
            <a:r>
              <a:rPr lang="de-DE" sz="900" b="0" i="0" dirty="0">
                <a:solidFill>
                  <a:srgbClr val="171717"/>
                </a:solidFill>
                <a:effectLst/>
                <a:latin typeface="Segoe UI" panose="020B0502040204020203" pitchFamily="34" charset="0"/>
              </a:rPr>
              <a:t>Überwachen von Änderungen an wichtigen Dateien und Registrierungseinträgen mittels Überwachung der Dateiintegrität (FIM)</a:t>
            </a:r>
          </a:p>
          <a:p>
            <a:pPr marL="285750" indent="-285750" algn="l">
              <a:buFontTx/>
              <a:buChar char="-"/>
            </a:pPr>
            <a:r>
              <a:rPr lang="de-DE" sz="900" b="0" i="0" dirty="0">
                <a:solidFill>
                  <a:srgbClr val="171717"/>
                </a:solidFill>
                <a:effectLst/>
                <a:latin typeface="Segoe UI" panose="020B0502040204020203" pitchFamily="34" charset="0"/>
              </a:rPr>
              <a:t>Beachten Sie, dass das gesamte Abonnement an </a:t>
            </a:r>
            <a:r>
              <a:rPr lang="de-DE" sz="900" dirty="0">
                <a:solidFill>
                  <a:srgbClr val="171717"/>
                </a:solidFill>
                <a:latin typeface="Segoe UI" panose="020B0502040204020203" pitchFamily="34" charset="0"/>
              </a:rPr>
              <a:t>uns </a:t>
            </a:r>
            <a:r>
              <a:rPr lang="de-DE" sz="900" b="0" i="0" dirty="0">
                <a:solidFill>
                  <a:srgbClr val="171717"/>
                </a:solidFill>
                <a:effectLst/>
                <a:latin typeface="Segoe UI" panose="020B0502040204020203" pitchFamily="34" charset="0"/>
              </a:rPr>
              <a:t>delegiert werden muss, sicheres „On-Boarding“ auf Basis Azure </a:t>
            </a:r>
            <a:r>
              <a:rPr lang="de-DE" sz="900" b="0" i="0" dirty="0" err="1">
                <a:solidFill>
                  <a:srgbClr val="171717"/>
                </a:solidFill>
                <a:effectLst/>
                <a:latin typeface="Segoe UI" panose="020B0502040204020203" pitchFamily="34" charset="0"/>
              </a:rPr>
              <a:t>Lighthouse</a:t>
            </a:r>
            <a:r>
              <a:rPr lang="de-DE" sz="900" b="0" i="0" dirty="0">
                <a:solidFill>
                  <a:srgbClr val="171717"/>
                </a:solidFill>
                <a:effectLst/>
                <a:latin typeface="Segoe UI" panose="020B0502040204020203" pitchFamily="34" charset="0"/>
              </a:rPr>
              <a:t>.</a:t>
            </a:r>
          </a:p>
          <a:p>
            <a:pPr marL="285750" indent="-285750" algn="l">
              <a:buFontTx/>
              <a:buChar char="-"/>
            </a:pPr>
            <a:r>
              <a:rPr lang="de-DE" sz="900" dirty="0">
                <a:solidFill>
                  <a:srgbClr val="171717"/>
                </a:solidFill>
                <a:latin typeface="Segoe UI" panose="020B0502040204020203" pitchFamily="34" charset="0"/>
              </a:rPr>
              <a:t>Einige Angebotselemente erfordern eine gemeinsam abgestimmte Vorgehensweise und müssen in einem </a:t>
            </a:r>
            <a:r>
              <a:rPr lang="de-DE" sz="900" dirty="0" err="1">
                <a:solidFill>
                  <a:srgbClr val="171717"/>
                </a:solidFill>
                <a:latin typeface="Segoe UI" panose="020B0502040204020203" pitchFamily="34" charset="0"/>
              </a:rPr>
              <a:t>Projektscope</a:t>
            </a:r>
            <a:r>
              <a:rPr lang="de-DE" sz="900" dirty="0">
                <a:solidFill>
                  <a:srgbClr val="171717"/>
                </a:solidFill>
                <a:latin typeface="Segoe UI" panose="020B0502040204020203" pitchFamily="34" charset="0"/>
              </a:rPr>
              <a:t> umgesetzt werden.</a:t>
            </a:r>
            <a:endParaRPr lang="de-DE" sz="900" b="0" i="0" dirty="0">
              <a:solidFill>
                <a:srgbClr val="171717"/>
              </a:solidFill>
              <a:effectLst/>
              <a:latin typeface="Segoe UI" panose="020B0502040204020203" pitchFamily="34" charset="0"/>
            </a:endParaRPr>
          </a:p>
        </p:txBody>
      </p:sp>
      <p:sp>
        <p:nvSpPr>
          <p:cNvPr id="2" name="Fußzeilenplatzhalter 1">
            <a:extLst>
              <a:ext uri="{FF2B5EF4-FFF2-40B4-BE49-F238E27FC236}">
                <a16:creationId xmlns:a16="http://schemas.microsoft.com/office/drawing/2014/main" id="{D19961AE-5D92-472A-BE32-6CB7AFB6C88A}"/>
              </a:ext>
            </a:extLst>
          </p:cNvPr>
          <p:cNvSpPr>
            <a:spLocks noGrp="1"/>
          </p:cNvSpPr>
          <p:nvPr>
            <p:ph type="ftr" sz="quarter" idx="3"/>
          </p:nvPr>
        </p:nvSpPr>
        <p:spPr/>
        <p:txBody>
          <a:bodyPr/>
          <a:lstStyle/>
          <a:p>
            <a:pPr algn="l"/>
            <a:r>
              <a:rPr lang="de-DE" dirty="0"/>
              <a:t>Service „Managed Compliance as a Service“</a:t>
            </a:r>
          </a:p>
        </p:txBody>
      </p:sp>
    </p:spTree>
    <p:extLst>
      <p:ext uri="{BB962C8B-B14F-4D97-AF65-F5344CB8AC3E}">
        <p14:creationId xmlns:p14="http://schemas.microsoft.com/office/powerpoint/2010/main" val="20241245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40443ACC-D68D-47CD-A32B-C435268EF91C}"/>
              </a:ext>
            </a:extLst>
          </p:cNvPr>
          <p:cNvSpPr>
            <a:spLocks noGrp="1"/>
          </p:cNvSpPr>
          <p:nvPr>
            <p:ph type="body" sz="quarter" idx="12"/>
          </p:nvPr>
        </p:nvSpPr>
        <p:spPr/>
        <p:txBody>
          <a:bodyPr/>
          <a:lstStyle/>
          <a:p>
            <a:endParaRPr lang="en-US"/>
          </a:p>
        </p:txBody>
      </p:sp>
      <p:sp>
        <p:nvSpPr>
          <p:cNvPr id="2" name="Title 1">
            <a:extLst>
              <a:ext uri="{FF2B5EF4-FFF2-40B4-BE49-F238E27FC236}">
                <a16:creationId xmlns:a16="http://schemas.microsoft.com/office/drawing/2014/main" id="{CD2B9A9C-E985-4A1A-95C3-06A0FD20FAC4}"/>
              </a:ext>
            </a:extLst>
          </p:cNvPr>
          <p:cNvSpPr>
            <a:spLocks noGrp="1"/>
          </p:cNvSpPr>
          <p:nvPr>
            <p:ph type="title"/>
          </p:nvPr>
        </p:nvSpPr>
        <p:spPr>
          <a:xfrm>
            <a:off x="323850" y="1700141"/>
            <a:ext cx="8496299" cy="316182"/>
          </a:xfrm>
        </p:spPr>
        <p:txBody>
          <a:bodyPr>
            <a:normAutofit fontScale="90000"/>
          </a:bodyPr>
          <a:lstStyle/>
          <a:p>
            <a:r>
              <a:rPr lang="en-GB" sz="2400" cap="none" dirty="0">
                <a:solidFill>
                  <a:schemeClr val="bg1"/>
                </a:solidFill>
              </a:rPr>
              <a:t>Microsoft 3</a:t>
            </a:r>
            <a:r>
              <a:rPr lang="en-GB" sz="3200" b="0" i="0" dirty="0">
                <a:solidFill>
                  <a:schemeClr val="accent1">
                    <a:lumMod val="20000"/>
                    <a:lumOff val="80000"/>
                  </a:schemeClr>
                </a:solidFill>
                <a:effectLst/>
                <a:latin typeface="SegoeUI"/>
              </a:rPr>
              <a:t>Security as a Service</a:t>
            </a:r>
            <a:endParaRPr lang="en-US" sz="3200" cap="none" dirty="0">
              <a:solidFill>
                <a:schemeClr val="bg1"/>
              </a:solidFill>
            </a:endParaRPr>
          </a:p>
        </p:txBody>
      </p:sp>
      <p:sp>
        <p:nvSpPr>
          <p:cNvPr id="3" name="Text Placeholder 2">
            <a:extLst>
              <a:ext uri="{FF2B5EF4-FFF2-40B4-BE49-F238E27FC236}">
                <a16:creationId xmlns:a16="http://schemas.microsoft.com/office/drawing/2014/main" id="{48E9A703-348C-42A8-97B8-C840DCD4201F}"/>
              </a:ext>
            </a:extLst>
          </p:cNvPr>
          <p:cNvSpPr>
            <a:spLocks noGrp="1"/>
          </p:cNvSpPr>
          <p:nvPr>
            <p:ph type="body" sz="quarter" idx="10"/>
          </p:nvPr>
        </p:nvSpPr>
        <p:spPr/>
        <p:txBody>
          <a:bodyPr>
            <a:normAutofit fontScale="25000" lnSpcReduction="20000"/>
          </a:bodyPr>
          <a:lstStyle/>
          <a:p>
            <a:endParaRPr lang="en-US" dirty="0"/>
          </a:p>
        </p:txBody>
      </p:sp>
      <p:sp>
        <p:nvSpPr>
          <p:cNvPr id="6" name="Text Placeholder 11">
            <a:extLst>
              <a:ext uri="{FF2B5EF4-FFF2-40B4-BE49-F238E27FC236}">
                <a16:creationId xmlns:a16="http://schemas.microsoft.com/office/drawing/2014/main" id="{65D5609B-14CF-47CC-A079-4A15B0743EB1}"/>
              </a:ext>
            </a:extLst>
          </p:cNvPr>
          <p:cNvSpPr txBox="1">
            <a:spLocks/>
          </p:cNvSpPr>
          <p:nvPr/>
        </p:nvSpPr>
        <p:spPr bwMode="gray">
          <a:xfrm>
            <a:off x="460690" y="2073044"/>
            <a:ext cx="8372160" cy="1766039"/>
          </a:xfrm>
          <a:prstGeom prst="rect">
            <a:avLst/>
          </a:prstGeom>
        </p:spPr>
        <p:txBody>
          <a:bodyPr vert="horz" lIns="0" tIns="0" rIns="0" bIns="0" rtlCol="0" anchor="t">
            <a:noAutofit/>
          </a:bodyPr>
          <a:lstStyle>
            <a:lvl1pPr marL="0" marR="0" indent="0" algn="l" defTabSz="685584" rtl="0" eaLnBrk="1" fontAlgn="auto" latinLnBrk="0" hangingPunct="1">
              <a:lnSpc>
                <a:spcPct val="80000"/>
              </a:lnSpc>
              <a:spcBef>
                <a:spcPts val="0"/>
              </a:spcBef>
              <a:spcAft>
                <a:spcPts val="0"/>
              </a:spcAft>
              <a:buClrTx/>
              <a:buSzTx/>
              <a:buFont typeface="Arial" pitchFamily="34" charset="0"/>
              <a:buNone/>
              <a:tabLst/>
              <a:defRPr lang="de-DE" sz="1800" b="0" kern="1200" dirty="0" smtClean="0">
                <a:solidFill>
                  <a:schemeClr val="tx1"/>
                </a:solidFill>
                <a:latin typeface="+mn-lt"/>
                <a:ea typeface="+mn-ea"/>
                <a:cs typeface="+mn-cs"/>
              </a:defRPr>
            </a:lvl1pPr>
            <a:lvl2pPr marL="269875" marR="0" indent="-269875" algn="l" defTabSz="685584" rtl="0" eaLnBrk="1" fontAlgn="auto" latinLnBrk="0" hangingPunct="1">
              <a:lnSpc>
                <a:spcPct val="100000"/>
              </a:lnSpc>
              <a:spcBef>
                <a:spcPts val="0"/>
              </a:spcBef>
              <a:spcAft>
                <a:spcPts val="450"/>
              </a:spcAft>
              <a:buClr>
                <a:srgbClr val="ED1A3B"/>
              </a:buClr>
              <a:buSzPct val="80000"/>
              <a:buFont typeface="Wingdings 3" panose="05040102010807070707" pitchFamily="18" charset="2"/>
              <a:buChar char=""/>
              <a:tabLst/>
              <a:defRPr lang="de-DE" sz="1600" kern="1200" smtClean="0">
                <a:solidFill>
                  <a:schemeClr val="tx1"/>
                </a:solidFill>
                <a:latin typeface="+mn-lt"/>
                <a:ea typeface="+mn-ea"/>
                <a:cs typeface="+mn-cs"/>
              </a:defRPr>
            </a:lvl2pPr>
            <a:lvl3pPr marL="539750" marR="0" indent="-269875" algn="l" defTabSz="685584" rtl="0" eaLnBrk="1" fontAlgn="auto" latinLnBrk="0" hangingPunct="1">
              <a:lnSpc>
                <a:spcPct val="100000"/>
              </a:lnSpc>
              <a:spcBef>
                <a:spcPts val="0"/>
              </a:spcBef>
              <a:spcAft>
                <a:spcPts val="450"/>
              </a:spcAft>
              <a:buClr>
                <a:srgbClr val="ED1A3B"/>
              </a:buClr>
              <a:buSzPct val="100000"/>
              <a:buFont typeface="Arial" panose="020B0604020202020204" pitchFamily="34" charset="0"/>
              <a:buChar char="‒"/>
              <a:tabLst/>
              <a:defRPr lang="de-DE" sz="1600" kern="1200" smtClean="0">
                <a:solidFill>
                  <a:schemeClr val="tx1"/>
                </a:solidFill>
                <a:latin typeface="+mn-lt"/>
                <a:ea typeface="+mn-ea"/>
                <a:cs typeface="+mn-cs"/>
              </a:defRPr>
            </a:lvl3pPr>
            <a:lvl4pPr marL="809625" marR="0" indent="-269875" algn="l" defTabSz="685584" rtl="0" eaLnBrk="1" fontAlgn="auto" latinLnBrk="0" hangingPunct="1">
              <a:lnSpc>
                <a:spcPct val="100000"/>
              </a:lnSpc>
              <a:spcBef>
                <a:spcPts val="0"/>
              </a:spcBef>
              <a:spcAft>
                <a:spcPts val="450"/>
              </a:spcAft>
              <a:buClr>
                <a:srgbClr val="ED1A3B"/>
              </a:buClr>
              <a:buSzTx/>
              <a:buFont typeface="Arial" panose="020B0604020202020204" pitchFamily="34" charset="0"/>
              <a:buChar char="‒"/>
              <a:tabLst/>
              <a:defRPr lang="de-DE" sz="1600" kern="1200" smtClean="0">
                <a:solidFill>
                  <a:schemeClr val="tx1"/>
                </a:solidFill>
                <a:latin typeface="+mn-lt"/>
                <a:ea typeface="+mn-ea"/>
                <a:cs typeface="+mn-cs"/>
              </a:defRPr>
            </a:lvl4pPr>
            <a:lvl5pPr marL="809625" marR="0" indent="-269875" algn="l" defTabSz="685584" rtl="0" eaLnBrk="1" fontAlgn="auto" latinLnBrk="0" hangingPunct="1">
              <a:lnSpc>
                <a:spcPct val="100000"/>
              </a:lnSpc>
              <a:spcBef>
                <a:spcPts val="0"/>
              </a:spcBef>
              <a:spcAft>
                <a:spcPts val="450"/>
              </a:spcAft>
              <a:buClr>
                <a:srgbClr val="ED1A3B"/>
              </a:buClr>
              <a:buSzTx/>
              <a:buFont typeface="Symbol" panose="05050102010706020507" pitchFamily="18" charset="2"/>
              <a:buChar char="-"/>
              <a:tabLst/>
              <a:defRPr lang="de-DE" sz="1200" kern="1200">
                <a:solidFill>
                  <a:schemeClr val="tx1"/>
                </a:solidFill>
                <a:latin typeface="+mn-lt"/>
                <a:ea typeface="+mn-ea"/>
                <a:cs typeface="+mn-cs"/>
              </a:defRPr>
            </a:lvl5pPr>
            <a:lvl6pPr marL="600075" indent="0" algn="l" defTabSz="685584" rtl="0" eaLnBrk="1" latinLnBrk="0" hangingPunct="1">
              <a:lnSpc>
                <a:spcPct val="100000"/>
              </a:lnSpc>
              <a:spcBef>
                <a:spcPts val="0"/>
              </a:spcBef>
              <a:spcAft>
                <a:spcPts val="450"/>
              </a:spcAft>
              <a:buFont typeface="Trebuchet MS" pitchFamily="34" charset="0"/>
              <a:buNone/>
              <a:defRPr lang="en-GB" sz="1200" kern="1200" baseline="0" dirty="0" smtClean="0">
                <a:solidFill>
                  <a:schemeClr val="tx1"/>
                </a:solidFill>
                <a:latin typeface="+mn-lt"/>
                <a:ea typeface="+mn-ea"/>
                <a:cs typeface="+mn-cs"/>
              </a:defRPr>
            </a:lvl6pPr>
            <a:lvl7pPr marL="600075" indent="0" algn="l" defTabSz="685584" rtl="0" eaLnBrk="1" latinLnBrk="0" hangingPunct="1">
              <a:lnSpc>
                <a:spcPct val="100000"/>
              </a:lnSpc>
              <a:spcBef>
                <a:spcPts val="0"/>
              </a:spcBef>
              <a:spcAft>
                <a:spcPts val="450"/>
              </a:spcAft>
              <a:buFont typeface="Arial" pitchFamily="34" charset="0"/>
              <a:buNone/>
              <a:defRPr sz="1200" kern="1200">
                <a:solidFill>
                  <a:schemeClr val="tx1"/>
                </a:solidFill>
                <a:latin typeface="+mn-lt"/>
                <a:ea typeface="+mn-ea"/>
                <a:cs typeface="+mn-cs"/>
              </a:defRPr>
            </a:lvl7pPr>
            <a:lvl8pPr marL="803275" marR="0" indent="-263525" algn="l" defTabSz="685584" rtl="0" eaLnBrk="1" fontAlgn="auto" latinLnBrk="0" hangingPunct="1">
              <a:lnSpc>
                <a:spcPct val="100000"/>
              </a:lnSpc>
              <a:spcBef>
                <a:spcPts val="0"/>
              </a:spcBef>
              <a:spcAft>
                <a:spcPts val="450"/>
              </a:spcAft>
              <a:buClr>
                <a:srgbClr val="ED1A3B"/>
              </a:buClr>
              <a:buSzTx/>
              <a:buFont typeface="Symbol" panose="05050102010706020507" pitchFamily="18" charset="2"/>
              <a:buChar char="-"/>
              <a:tabLst/>
              <a:defRPr sz="1200" kern="1200">
                <a:solidFill>
                  <a:schemeClr val="tx1"/>
                </a:solidFill>
                <a:latin typeface="+mn-lt"/>
                <a:ea typeface="+mn-ea"/>
                <a:cs typeface="+mn-cs"/>
              </a:defRPr>
            </a:lvl8pPr>
            <a:lvl9pPr marL="803275" marR="0" indent="-263525" algn="l" defTabSz="685584" rtl="0" eaLnBrk="1" fontAlgn="auto" latinLnBrk="0" hangingPunct="1">
              <a:lnSpc>
                <a:spcPct val="100000"/>
              </a:lnSpc>
              <a:spcBef>
                <a:spcPts val="0"/>
              </a:spcBef>
              <a:spcAft>
                <a:spcPts val="450"/>
              </a:spcAft>
              <a:buClr>
                <a:srgbClr val="ED1A3B"/>
              </a:buClr>
              <a:buSzTx/>
              <a:buFont typeface="Symbol" panose="05050102010706020507" pitchFamily="18" charset="2"/>
              <a:buChar char="-"/>
              <a:tabLst/>
              <a:defRPr sz="1200" kern="1200">
                <a:solidFill>
                  <a:schemeClr val="tx1"/>
                </a:solidFill>
                <a:latin typeface="+mn-lt"/>
                <a:ea typeface="+mn-ea"/>
                <a:cs typeface="+mn-cs"/>
              </a:defRPr>
            </a:lvl9pPr>
          </a:lstStyle>
          <a:p>
            <a:pPr lvl="1">
              <a:lnSpc>
                <a:spcPct val="150000"/>
              </a:lnSpc>
            </a:pPr>
            <a:endParaRPr lang="de-DE" sz="1400" dirty="0">
              <a:solidFill>
                <a:schemeClr val="bg1"/>
              </a:solidFill>
            </a:endParaRPr>
          </a:p>
        </p:txBody>
      </p:sp>
    </p:spTree>
    <p:extLst>
      <p:ext uri="{BB962C8B-B14F-4D97-AF65-F5344CB8AC3E}">
        <p14:creationId xmlns:p14="http://schemas.microsoft.com/office/powerpoint/2010/main" val="37826057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 name="Рисунок 66" descr="Изображение выглядит как клавиатура, внутренний, компьютер, электроника&#10;&#10;Автоматически созданное описание">
            <a:extLst>
              <a:ext uri="{FF2B5EF4-FFF2-40B4-BE49-F238E27FC236}">
                <a16:creationId xmlns:a16="http://schemas.microsoft.com/office/drawing/2014/main" id="{8C5E88DB-1289-4BC4-9CFF-25E8AF274055}"/>
              </a:ext>
            </a:extLst>
          </p:cNvPr>
          <p:cNvPicPr>
            <a:picLocks noGrp="1" noChangeAspect="1"/>
          </p:cNvPicPr>
          <p:nvPr>
            <p:ph type="pic" sz="quarter" idx="4294967295"/>
          </p:nvPr>
        </p:nvPicPr>
        <p:blipFill>
          <a:blip r:embed="rId3" cstate="screen">
            <a:extLst>
              <a:ext uri="{BEBA8EAE-BF5A-486C-A8C5-ECC9F3942E4B}">
                <a14:imgProps xmlns:a14="http://schemas.microsoft.com/office/drawing/2010/main">
                  <a14:imgLayer r:embed="rId4">
                    <a14:imgEffect>
                      <a14:sharpenSoften amount="-81000"/>
                    </a14:imgEffect>
                    <a14:imgEffect>
                      <a14:brightnessContrast bright="26000"/>
                    </a14:imgEffect>
                  </a14:imgLayer>
                </a14:imgProps>
              </a:ext>
              <a:ext uri="{28A0092B-C50C-407E-A947-70E740481C1C}">
                <a14:useLocalDpi xmlns:a14="http://schemas.microsoft.com/office/drawing/2010/main"/>
              </a:ext>
            </a:extLst>
          </a:blip>
          <a:srcRect l="81" r="81"/>
          <a:stretch>
            <a:fillRect/>
          </a:stretch>
        </p:blipFill>
        <p:spPr>
          <a:xfrm>
            <a:off x="0" y="1370013"/>
            <a:ext cx="7886700" cy="3262312"/>
          </a:xfrm>
        </p:spPr>
      </p:pic>
      <p:sp>
        <p:nvSpPr>
          <p:cNvPr id="15" name="TextBox 3">
            <a:extLst>
              <a:ext uri="{FF2B5EF4-FFF2-40B4-BE49-F238E27FC236}">
                <a16:creationId xmlns:a16="http://schemas.microsoft.com/office/drawing/2014/main" id="{4C8B6094-4742-4225-961F-64B3AC210071}"/>
              </a:ext>
            </a:extLst>
          </p:cNvPr>
          <p:cNvSpPr txBox="1"/>
          <p:nvPr/>
        </p:nvSpPr>
        <p:spPr>
          <a:xfrm>
            <a:off x="778213" y="4852662"/>
            <a:ext cx="5165387" cy="123111"/>
          </a:xfrm>
          <a:prstGeom prst="rect">
            <a:avLst/>
          </a:prstGeom>
          <a:noFill/>
        </p:spPr>
        <p:txBody>
          <a:bodyPr wrap="square" lIns="0" tIns="0" rIns="0" bIns="0" rtlCol="0" anchor="b" anchorCtr="0">
            <a:spAutoFit/>
          </a:bodyPr>
          <a:lstStyle/>
          <a:p>
            <a:pPr marL="0" marR="0" lvl="0" indent="0" algn="l" defTabSz="685584" rtl="0" eaLnBrk="1" fontAlgn="auto" latinLnBrk="0" hangingPunct="1">
              <a:lnSpc>
                <a:spcPct val="100000"/>
              </a:lnSpc>
              <a:spcBef>
                <a:spcPts val="0"/>
              </a:spcBef>
              <a:spcAft>
                <a:spcPts val="0"/>
              </a:spcAft>
              <a:buClrTx/>
              <a:buSzTx/>
              <a:buFontTx/>
              <a:buNone/>
              <a:tabLst/>
              <a:defRPr/>
            </a:pPr>
            <a:fld id="{BFB441F5-AB9F-4FDC-AD6C-CB1DCDA421C0}" type="slidenum">
              <a:rPr kumimoji="0" lang="en-GB" sz="800" b="0" i="0" u="none" strike="noStrike" kern="1200" cap="none" spc="0" normalizeH="0" baseline="0" noProof="1" smtClean="0">
                <a:ln>
                  <a:noFill/>
                </a:ln>
                <a:solidFill>
                  <a:srgbClr val="FFFFFF"/>
                </a:solidFill>
                <a:effectLst/>
                <a:uLnTx/>
                <a:uFillTx/>
                <a:latin typeface="Trebuchet MS"/>
                <a:ea typeface="+mn-ea"/>
                <a:cs typeface="+mn-cs"/>
              </a:rPr>
              <a:pPr marL="0" marR="0" lvl="0" indent="0" algn="l" defTabSz="685584" rtl="0" eaLnBrk="1" fontAlgn="auto" latinLnBrk="0" hangingPunct="1">
                <a:lnSpc>
                  <a:spcPct val="100000"/>
                </a:lnSpc>
                <a:spcBef>
                  <a:spcPts val="0"/>
                </a:spcBef>
                <a:spcAft>
                  <a:spcPts val="0"/>
                </a:spcAft>
                <a:buClrTx/>
                <a:buSzTx/>
                <a:buFontTx/>
                <a:buNone/>
                <a:tabLst/>
                <a:defRPr/>
              </a:pPr>
              <a:t>8</a:t>
            </a:fld>
            <a:endParaRPr kumimoji="0" lang="en-GB" sz="800" b="0" i="0" u="none" strike="noStrike" kern="1200" cap="none" spc="0" normalizeH="0" baseline="0" noProof="1">
              <a:ln>
                <a:noFill/>
              </a:ln>
              <a:solidFill>
                <a:srgbClr val="FFFFFF"/>
              </a:solidFill>
              <a:effectLst/>
              <a:uLnTx/>
              <a:uFillTx/>
              <a:latin typeface="Trebuchet MS"/>
              <a:ea typeface="+mn-ea"/>
              <a:cs typeface="+mn-cs"/>
            </a:endParaRPr>
          </a:p>
        </p:txBody>
      </p:sp>
      <p:grpSp>
        <p:nvGrpSpPr>
          <p:cNvPr id="45" name="Gruppieren 44">
            <a:extLst>
              <a:ext uri="{FF2B5EF4-FFF2-40B4-BE49-F238E27FC236}">
                <a16:creationId xmlns:a16="http://schemas.microsoft.com/office/drawing/2014/main" id="{A9B5A7B1-3A2B-4472-8112-6797C76CFC0D}"/>
              </a:ext>
            </a:extLst>
          </p:cNvPr>
          <p:cNvGrpSpPr/>
          <p:nvPr/>
        </p:nvGrpSpPr>
        <p:grpSpPr>
          <a:xfrm>
            <a:off x="631774" y="527338"/>
            <a:ext cx="2346557" cy="4077806"/>
            <a:chOff x="631774" y="569218"/>
            <a:chExt cx="2346557" cy="4077806"/>
          </a:xfrm>
        </p:grpSpPr>
        <p:pic>
          <p:nvPicPr>
            <p:cNvPr id="71" name="Picture 2">
              <a:extLst>
                <a:ext uri="{FF2B5EF4-FFF2-40B4-BE49-F238E27FC236}">
                  <a16:creationId xmlns:a16="http://schemas.microsoft.com/office/drawing/2014/main" id="{D6522E37-2ECA-48EE-B93B-99A6A94C9880}"/>
                </a:ext>
              </a:extLst>
            </p:cNvPr>
            <p:cNvPicPr>
              <a:picLocks noChangeAspect="1" noChangeArrowheads="1"/>
            </p:cNvPicPr>
            <p:nvPr/>
          </p:nvPicPr>
          <p:blipFill rotWithShape="1">
            <a:blip r:embed="rId5"/>
            <a:srcRect b="7710"/>
            <a:stretch/>
          </p:blipFill>
          <p:spPr bwMode="auto">
            <a:xfrm>
              <a:off x="638331" y="569218"/>
              <a:ext cx="2340000" cy="1844998"/>
            </a:xfrm>
            <a:prstGeom prst="rect">
              <a:avLst/>
            </a:prstGeom>
            <a:noFill/>
            <a:extLst>
              <a:ext uri="{909E8E84-426E-40DD-AFC4-6F175D3DCCD1}">
                <a14:hiddenFill xmlns:a14="http://schemas.microsoft.com/office/drawing/2010/main">
                  <a:solidFill>
                    <a:srgbClr val="FFFFFF"/>
                  </a:solidFill>
                </a14:hiddenFill>
              </a:ext>
            </a:extLst>
          </p:spPr>
        </p:pic>
        <p:sp>
          <p:nvSpPr>
            <p:cNvPr id="24" name="Rectangle 4">
              <a:extLst>
                <a:ext uri="{FF2B5EF4-FFF2-40B4-BE49-F238E27FC236}">
                  <a16:creationId xmlns:a16="http://schemas.microsoft.com/office/drawing/2014/main" id="{1CB13AFA-4C52-46FC-87FB-D9F883C2C83A}"/>
                </a:ext>
              </a:extLst>
            </p:cNvPr>
            <p:cNvSpPr/>
            <p:nvPr/>
          </p:nvSpPr>
          <p:spPr>
            <a:xfrm>
              <a:off x="637874" y="2415024"/>
              <a:ext cx="2340000" cy="2232000"/>
            </a:xfrm>
            <a:prstGeom prst="rect">
              <a:avLst/>
            </a:prstGeom>
            <a:solidFill>
              <a:schemeClr val="bg2">
                <a:alpha val="8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685584"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Trebuchet MS"/>
                <a:ea typeface="+mn-ea"/>
                <a:cs typeface="+mn-cs"/>
              </a:endParaRPr>
            </a:p>
          </p:txBody>
        </p:sp>
        <p:sp>
          <p:nvSpPr>
            <p:cNvPr id="77" name="Picture Placeholder 3">
              <a:extLst>
                <a:ext uri="{FF2B5EF4-FFF2-40B4-BE49-F238E27FC236}">
                  <a16:creationId xmlns:a16="http://schemas.microsoft.com/office/drawing/2014/main" id="{E2CDF6AA-6CF9-4564-88D8-3FA658A8D1D6}"/>
                </a:ext>
              </a:extLst>
            </p:cNvPr>
            <p:cNvSpPr txBox="1">
              <a:spLocks/>
            </p:cNvSpPr>
            <p:nvPr/>
          </p:nvSpPr>
          <p:spPr>
            <a:xfrm>
              <a:off x="631774" y="2387843"/>
              <a:ext cx="2346557" cy="397047"/>
            </a:xfrm>
            <a:prstGeom prst="rect">
              <a:avLst/>
            </a:prstGeom>
            <a:solidFill>
              <a:schemeClr val="bg2"/>
            </a:solidFill>
            <a:effectLst/>
          </p:spPr>
          <p:txBody>
            <a:bodyPr wrap="none" anchor="ctr">
              <a:noAutofit/>
            </a:bodyPr>
            <a:lstStyle>
              <a:lvl1pPr marL="2286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200" kern="1200" spc="0" baseline="0">
                  <a:gradFill>
                    <a:gsLst>
                      <a:gs pos="1250">
                        <a:schemeClr val="tx1"/>
                      </a:gs>
                      <a:gs pos="100000">
                        <a:schemeClr val="tx1"/>
                      </a:gs>
                    </a:gsLst>
                    <a:lin ang="5400000" scaled="0"/>
                  </a:gradFill>
                  <a:latin typeface="+mn-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defTabSz="914367">
                <a:spcBef>
                  <a:spcPct val="0"/>
                </a:spcBef>
                <a:buSzTx/>
                <a:buNone/>
              </a:pPr>
              <a:r>
                <a:rPr lang="en-US" sz="1400" dirty="0">
                  <a:solidFill>
                    <a:srgbClr val="404040"/>
                  </a:solidFill>
                  <a:latin typeface="Trebuchet MS"/>
                  <a:cs typeface="Segoe UI Semibold" panose="020B0702040204020203" pitchFamily="34" charset="0"/>
                </a:rPr>
                <a:t>Herausforderung</a:t>
              </a:r>
              <a:endParaRPr lang="en-US" sz="1100" dirty="0">
                <a:solidFill>
                  <a:srgbClr val="404040"/>
                </a:solidFill>
                <a:latin typeface="Trebuchet MS"/>
                <a:cs typeface="Segoe UI Semibold" panose="020B0702040204020203" pitchFamily="34" charset="0"/>
              </a:endParaRPr>
            </a:p>
          </p:txBody>
        </p:sp>
        <p:sp>
          <p:nvSpPr>
            <p:cNvPr id="88" name="Prove users">
              <a:extLst>
                <a:ext uri="{FF2B5EF4-FFF2-40B4-BE49-F238E27FC236}">
                  <a16:creationId xmlns:a16="http://schemas.microsoft.com/office/drawing/2014/main" id="{5139BADE-1825-4C8C-A5D5-45B277A40608}"/>
                </a:ext>
              </a:extLst>
            </p:cNvPr>
            <p:cNvSpPr/>
            <p:nvPr/>
          </p:nvSpPr>
          <p:spPr bwMode="auto">
            <a:xfrm>
              <a:off x="677049" y="2825686"/>
              <a:ext cx="2268000" cy="1656000"/>
            </a:xfrm>
            <a:prstGeom prst="rect">
              <a:avLst/>
            </a:prstGeom>
            <a:noFill/>
            <a:ln w="12700">
              <a:no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defRPr/>
              </a:pPr>
              <a:r>
                <a:rPr lang="de-DE" sz="900" b="1" dirty="0">
                  <a:solidFill>
                    <a:schemeClr val="tx1"/>
                  </a:solidFill>
                </a:rPr>
                <a:t>Kunden verlieren vermehrt die Kontrolle oder Übersicht durch </a:t>
              </a:r>
              <a:br>
                <a:rPr lang="de-DE" sz="900" b="1" dirty="0">
                  <a:solidFill>
                    <a:schemeClr val="tx1"/>
                  </a:solidFill>
                </a:rPr>
              </a:br>
              <a:r>
                <a:rPr lang="de-DE" sz="900" b="1" dirty="0">
                  <a:solidFill>
                    <a:schemeClr val="tx1"/>
                  </a:solidFill>
                </a:rPr>
                <a:t>steigende Cyberangriffe</a:t>
              </a:r>
              <a:endParaRPr lang="de-DE" sz="900" b="1" baseline="30000" dirty="0">
                <a:solidFill>
                  <a:schemeClr val="tx1"/>
                </a:solidFill>
              </a:endParaRPr>
            </a:p>
            <a:p>
              <a:pPr marL="171450" indent="-171450" defTabSz="914102" fontAlgn="base">
                <a:lnSpc>
                  <a:spcPct val="90000"/>
                </a:lnSpc>
                <a:spcBef>
                  <a:spcPct val="0"/>
                </a:spcBef>
                <a:spcAft>
                  <a:spcPct val="0"/>
                </a:spcAft>
                <a:buFont typeface="Wingdings" panose="05000000000000000000" pitchFamily="2" charset="2"/>
                <a:buChar char="§"/>
                <a:defRPr/>
              </a:pPr>
              <a:endParaRPr lang="de-DE" sz="800" dirty="0">
                <a:solidFill>
                  <a:schemeClr val="tx1"/>
                </a:solidFill>
              </a:endParaRPr>
            </a:p>
            <a:p>
              <a:pPr marL="171450" indent="-171450" defTabSz="914102" fontAlgn="base">
                <a:lnSpc>
                  <a:spcPct val="90000"/>
                </a:lnSpc>
                <a:spcBef>
                  <a:spcPct val="0"/>
                </a:spcBef>
                <a:spcAft>
                  <a:spcPct val="0"/>
                </a:spcAft>
                <a:buFont typeface="Wingdings" panose="05000000000000000000" pitchFamily="2" charset="2"/>
                <a:buChar char="§"/>
                <a:defRPr/>
              </a:pPr>
              <a:r>
                <a:rPr lang="de-DE" sz="800" dirty="0">
                  <a:solidFill>
                    <a:schemeClr val="tx1"/>
                  </a:solidFill>
                </a:rPr>
                <a:t>Cyberangriffe und Cyberattacken werden immer intelligenter und umfangreicher.</a:t>
              </a:r>
              <a:br>
                <a:rPr lang="de-DE" sz="800" dirty="0">
                  <a:solidFill>
                    <a:schemeClr val="tx1"/>
                  </a:solidFill>
                </a:rPr>
              </a:br>
              <a:r>
                <a:rPr lang="de-DE" sz="800" dirty="0">
                  <a:solidFill>
                    <a:schemeClr val="tx1"/>
                  </a:solidFill>
                </a:rPr>
                <a:t> 
IT-Verantwortliche stehen vor der Herausforderung sich auf neue Angriffsszenarien im Minutentakt vorzubereiten und diesen entgegen zu wirken.</a:t>
              </a:r>
              <a:br>
                <a:rPr lang="de-DE" sz="800" dirty="0">
                  <a:solidFill>
                    <a:schemeClr val="tx1"/>
                  </a:solidFill>
                </a:rPr>
              </a:br>
              <a:endParaRPr lang="de-DE" sz="800" dirty="0">
                <a:solidFill>
                  <a:schemeClr val="tx1"/>
                </a:solidFill>
              </a:endParaRPr>
            </a:p>
            <a:p>
              <a:pPr marL="171450" indent="-171450" defTabSz="914102" fontAlgn="base">
                <a:lnSpc>
                  <a:spcPct val="90000"/>
                </a:lnSpc>
                <a:spcBef>
                  <a:spcPct val="0"/>
                </a:spcBef>
                <a:spcAft>
                  <a:spcPct val="0"/>
                </a:spcAft>
                <a:buFont typeface="Wingdings" panose="05000000000000000000" pitchFamily="2" charset="2"/>
                <a:buChar char="§"/>
                <a:defRPr/>
              </a:pPr>
              <a:r>
                <a:rPr lang="de-DE" sz="800" dirty="0">
                  <a:solidFill>
                    <a:schemeClr val="tx1"/>
                  </a:solidFill>
                </a:rPr>
                <a:t>Die klassischen Abwehrmechanismen sind kaum noch mit den modernen und intelligenten Möglichkeiten zu beherrschen.</a:t>
              </a:r>
              <a:endParaRPr lang="en-US" sz="800" dirty="0">
                <a:solidFill>
                  <a:schemeClr val="tx1"/>
                </a:solidFill>
              </a:endParaRPr>
            </a:p>
            <a:p>
              <a:pPr marL="171450" indent="-171450" defTabSz="914102" fontAlgn="base">
                <a:lnSpc>
                  <a:spcPct val="90000"/>
                </a:lnSpc>
                <a:spcBef>
                  <a:spcPct val="0"/>
                </a:spcBef>
                <a:spcAft>
                  <a:spcPct val="0"/>
                </a:spcAft>
                <a:buFont typeface="Wingdings" panose="05000000000000000000" pitchFamily="2" charset="2"/>
                <a:buChar char="§"/>
                <a:defRPr/>
              </a:pPr>
              <a:endParaRPr lang="en-US" sz="900" dirty="0">
                <a:solidFill>
                  <a:schemeClr val="tx1"/>
                </a:solidFill>
              </a:endParaRPr>
            </a:p>
          </p:txBody>
        </p:sp>
      </p:grpSp>
      <p:grpSp>
        <p:nvGrpSpPr>
          <p:cNvPr id="44" name="Gruppieren 43">
            <a:extLst>
              <a:ext uri="{FF2B5EF4-FFF2-40B4-BE49-F238E27FC236}">
                <a16:creationId xmlns:a16="http://schemas.microsoft.com/office/drawing/2014/main" id="{E7DAFEB5-2FE0-4153-9E43-E335BFC98A5C}"/>
              </a:ext>
            </a:extLst>
          </p:cNvPr>
          <p:cNvGrpSpPr/>
          <p:nvPr/>
        </p:nvGrpSpPr>
        <p:grpSpPr>
          <a:xfrm>
            <a:off x="3360906" y="94346"/>
            <a:ext cx="2357706" cy="4510798"/>
            <a:chOff x="3360906" y="136226"/>
            <a:chExt cx="2357706" cy="4510798"/>
          </a:xfrm>
        </p:grpSpPr>
        <p:pic>
          <p:nvPicPr>
            <p:cNvPr id="68" name="Picture 78">
              <a:extLst>
                <a:ext uri="{FF2B5EF4-FFF2-40B4-BE49-F238E27FC236}">
                  <a16:creationId xmlns:a16="http://schemas.microsoft.com/office/drawing/2014/main" id="{F02BC93B-4601-4302-8CD1-3D60CFC99E47}"/>
                </a:ext>
              </a:extLst>
            </p:cNvPr>
            <p:cNvPicPr>
              <a:picLocks noChangeAspect="1"/>
            </p:cNvPicPr>
            <p:nvPr/>
          </p:nvPicPr>
          <p:blipFill rotWithShape="1">
            <a:blip r:embed="rId6"/>
            <a:srcRect b="6337"/>
            <a:stretch/>
          </p:blipFill>
          <p:spPr>
            <a:xfrm>
              <a:off x="3378612" y="136226"/>
              <a:ext cx="2340000" cy="2277990"/>
            </a:xfrm>
            <a:prstGeom prst="rect">
              <a:avLst/>
            </a:prstGeom>
          </p:spPr>
        </p:pic>
        <p:sp>
          <p:nvSpPr>
            <p:cNvPr id="80" name="Rectangle 4">
              <a:extLst>
                <a:ext uri="{FF2B5EF4-FFF2-40B4-BE49-F238E27FC236}">
                  <a16:creationId xmlns:a16="http://schemas.microsoft.com/office/drawing/2014/main" id="{DEF8F31A-DE4A-4612-B60B-FE123848CBF4}"/>
                </a:ext>
              </a:extLst>
            </p:cNvPr>
            <p:cNvSpPr/>
            <p:nvPr/>
          </p:nvSpPr>
          <p:spPr>
            <a:xfrm>
              <a:off x="3374452" y="2415024"/>
              <a:ext cx="2340000" cy="2232000"/>
            </a:xfrm>
            <a:prstGeom prst="rect">
              <a:avLst/>
            </a:prstGeom>
            <a:solidFill>
              <a:schemeClr val="bg1">
                <a:lumMod val="95000"/>
                <a:alpha val="8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685584"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Trebuchet MS"/>
                <a:ea typeface="+mn-ea"/>
                <a:cs typeface="+mn-cs"/>
              </a:endParaRPr>
            </a:p>
          </p:txBody>
        </p:sp>
        <p:sp>
          <p:nvSpPr>
            <p:cNvPr id="81" name="Picture Placeholder 3">
              <a:extLst>
                <a:ext uri="{FF2B5EF4-FFF2-40B4-BE49-F238E27FC236}">
                  <a16:creationId xmlns:a16="http://schemas.microsoft.com/office/drawing/2014/main" id="{696F2A30-7340-47E1-9954-5B988F709760}"/>
                </a:ext>
              </a:extLst>
            </p:cNvPr>
            <p:cNvSpPr txBox="1">
              <a:spLocks/>
            </p:cNvSpPr>
            <p:nvPr/>
          </p:nvSpPr>
          <p:spPr>
            <a:xfrm>
              <a:off x="3360906" y="2435792"/>
              <a:ext cx="2340000" cy="397047"/>
            </a:xfrm>
            <a:prstGeom prst="rect">
              <a:avLst/>
            </a:prstGeom>
            <a:noFill/>
            <a:effectLst/>
          </p:spPr>
          <p:txBody>
            <a:bodyPr wrap="none" anchor="ctr">
              <a:noAutofit/>
            </a:bodyPr>
            <a:lstStyle>
              <a:lvl1pPr marL="2286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200" kern="1200" spc="0" baseline="0">
                  <a:gradFill>
                    <a:gsLst>
                      <a:gs pos="1250">
                        <a:schemeClr val="tx1"/>
                      </a:gs>
                      <a:gs pos="100000">
                        <a:schemeClr val="tx1"/>
                      </a:gs>
                    </a:gsLst>
                    <a:lin ang="5400000" scaled="0"/>
                  </a:gradFill>
                  <a:latin typeface="+mn-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defTabSz="914367">
                <a:spcBef>
                  <a:spcPct val="0"/>
                </a:spcBef>
                <a:buSzTx/>
                <a:buNone/>
              </a:pPr>
              <a:r>
                <a:rPr lang="en-US" sz="1400" dirty="0" err="1">
                  <a:solidFill>
                    <a:srgbClr val="404040"/>
                  </a:solidFill>
                  <a:latin typeface="Trebuchet MS"/>
                  <a:cs typeface="Segoe UI Semibold" panose="020B0702040204020203" pitchFamily="34" charset="0"/>
                </a:rPr>
                <a:t>Lösung</a:t>
              </a:r>
              <a:endParaRPr lang="en-US" sz="1100" dirty="0">
                <a:solidFill>
                  <a:srgbClr val="404040"/>
                </a:solidFill>
                <a:latin typeface="Trebuchet MS"/>
                <a:cs typeface="Segoe UI Semibold" panose="020B0702040204020203" pitchFamily="34" charset="0"/>
              </a:endParaRPr>
            </a:p>
          </p:txBody>
        </p:sp>
        <p:sp>
          <p:nvSpPr>
            <p:cNvPr id="89" name="Prove users">
              <a:extLst>
                <a:ext uri="{FF2B5EF4-FFF2-40B4-BE49-F238E27FC236}">
                  <a16:creationId xmlns:a16="http://schemas.microsoft.com/office/drawing/2014/main" id="{89870E13-01C6-466F-B68F-15FA7FD2327D}"/>
                </a:ext>
              </a:extLst>
            </p:cNvPr>
            <p:cNvSpPr/>
            <p:nvPr/>
          </p:nvSpPr>
          <p:spPr bwMode="auto">
            <a:xfrm>
              <a:off x="3410452" y="2853606"/>
              <a:ext cx="2268000" cy="1656000"/>
            </a:xfrm>
            <a:prstGeom prst="rect">
              <a:avLst/>
            </a:prstGeom>
            <a:noFill/>
            <a:ln w="12700">
              <a:no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defRPr/>
              </a:pPr>
              <a:r>
                <a:rPr lang="de-DE" sz="900" b="1" dirty="0">
                  <a:solidFill>
                    <a:schemeClr val="tx1"/>
                  </a:solidFill>
                </a:rPr>
                <a:t>P3 </a:t>
              </a:r>
              <a:r>
                <a:rPr lang="de-DE" sz="900" b="1" dirty="0" err="1">
                  <a:solidFill>
                    <a:schemeClr val="tx1"/>
                  </a:solidFill>
                </a:rPr>
                <a:t>cloud</a:t>
              </a:r>
              <a:r>
                <a:rPr lang="de-DE" sz="900" b="1" dirty="0">
                  <a:solidFill>
                    <a:schemeClr val="tx1"/>
                  </a:solidFill>
                </a:rPr>
                <a:t> </a:t>
              </a:r>
              <a:r>
                <a:rPr lang="de-DE" sz="900" b="1" dirty="0" err="1">
                  <a:solidFill>
                    <a:schemeClr val="tx1"/>
                  </a:solidFill>
                </a:rPr>
                <a:t>solutions</a:t>
              </a:r>
              <a:r>
                <a:rPr lang="de-DE" sz="900" b="1" dirty="0">
                  <a:solidFill>
                    <a:schemeClr val="tx1"/>
                  </a:solidFill>
                </a:rPr>
                <a:t> GmbH Managed Security as a Service</a:t>
              </a:r>
              <a:endParaRPr lang="de-DE" sz="900" b="1" baseline="30000" dirty="0">
                <a:solidFill>
                  <a:schemeClr val="tx1"/>
                </a:solidFill>
              </a:endParaRPr>
            </a:p>
            <a:p>
              <a:pPr defTabSz="914102" fontAlgn="base">
                <a:lnSpc>
                  <a:spcPct val="90000"/>
                </a:lnSpc>
                <a:spcBef>
                  <a:spcPct val="0"/>
                </a:spcBef>
                <a:spcAft>
                  <a:spcPct val="0"/>
                </a:spcAft>
                <a:defRPr/>
              </a:pPr>
              <a:endParaRPr lang="en-US" sz="800" dirty="0">
                <a:solidFill>
                  <a:schemeClr val="tx1"/>
                </a:solidFill>
              </a:endParaRPr>
            </a:p>
            <a:p>
              <a:pPr marL="171450" indent="-171450" defTabSz="914102" fontAlgn="base">
                <a:lnSpc>
                  <a:spcPct val="90000"/>
                </a:lnSpc>
                <a:spcBef>
                  <a:spcPct val="0"/>
                </a:spcBef>
                <a:spcAft>
                  <a:spcPct val="0"/>
                </a:spcAft>
                <a:buFont typeface="Wingdings" panose="05000000000000000000" pitchFamily="2" charset="2"/>
                <a:buChar char="§"/>
                <a:defRPr/>
              </a:pPr>
              <a:r>
                <a:rPr lang="de-DE" sz="800" dirty="0">
                  <a:solidFill>
                    <a:schemeClr val="tx1"/>
                  </a:solidFill>
                </a:rPr>
                <a:t>Die zertifizierte Azure Marketplace Lösung erlaubt durch den integrierten Bestellprozess eine kurzfristige Bereitstellung der Basisplattform in der Microsoft Cloud Umgebung.</a:t>
              </a:r>
            </a:p>
            <a:p>
              <a:pPr marL="171450" indent="-171450" defTabSz="914102" fontAlgn="base">
                <a:lnSpc>
                  <a:spcPct val="90000"/>
                </a:lnSpc>
                <a:spcBef>
                  <a:spcPct val="0"/>
                </a:spcBef>
                <a:spcAft>
                  <a:spcPct val="0"/>
                </a:spcAft>
                <a:buFont typeface="Wingdings" panose="05000000000000000000" pitchFamily="2" charset="2"/>
                <a:buChar char="§"/>
                <a:defRPr/>
              </a:pPr>
              <a:r>
                <a:rPr lang="de-DE" sz="800" dirty="0">
                  <a:solidFill>
                    <a:schemeClr val="tx1"/>
                  </a:solidFill>
                </a:rPr>
                <a:t>Die Integration von Basisrichtlinien und Basisregeln, basierend auf Erfahrungswerte der P3 </a:t>
              </a:r>
              <a:r>
                <a:rPr lang="de-DE" sz="800" dirty="0" err="1">
                  <a:solidFill>
                    <a:schemeClr val="tx1"/>
                  </a:solidFill>
                </a:rPr>
                <a:t>cloud</a:t>
              </a:r>
              <a:r>
                <a:rPr lang="de-DE" sz="800" dirty="0">
                  <a:solidFill>
                    <a:schemeClr val="tx1"/>
                  </a:solidFill>
                </a:rPr>
                <a:t> </a:t>
              </a:r>
              <a:r>
                <a:rPr lang="de-DE" sz="800" dirty="0" err="1">
                  <a:solidFill>
                    <a:schemeClr val="tx1"/>
                  </a:solidFill>
                </a:rPr>
                <a:t>solutions</a:t>
              </a:r>
              <a:r>
                <a:rPr lang="de-DE" sz="800" dirty="0">
                  <a:solidFill>
                    <a:schemeClr val="tx1"/>
                  </a:solidFill>
                </a:rPr>
                <a:t> GmbH und Microsoft, können die Sicherheit von Daten und Benutzern effektiv steigern.</a:t>
              </a:r>
            </a:p>
            <a:p>
              <a:pPr marL="171450" indent="-171450" defTabSz="914102" fontAlgn="base">
                <a:lnSpc>
                  <a:spcPct val="90000"/>
                </a:lnSpc>
                <a:spcBef>
                  <a:spcPct val="0"/>
                </a:spcBef>
                <a:spcAft>
                  <a:spcPct val="0"/>
                </a:spcAft>
                <a:buFont typeface="Wingdings" panose="05000000000000000000" pitchFamily="2" charset="2"/>
                <a:buChar char="§"/>
                <a:defRPr/>
              </a:pPr>
              <a:r>
                <a:rPr lang="de-DE" sz="800" dirty="0">
                  <a:solidFill>
                    <a:schemeClr val="tx1"/>
                  </a:solidFill>
                </a:rPr>
                <a:t>Automatisierte Prozesse können effektiv die tägliche Arbeit unterstützen.</a:t>
              </a:r>
            </a:p>
          </p:txBody>
        </p:sp>
      </p:grpSp>
      <p:grpSp>
        <p:nvGrpSpPr>
          <p:cNvPr id="41" name="Gruppieren 40">
            <a:extLst>
              <a:ext uri="{FF2B5EF4-FFF2-40B4-BE49-F238E27FC236}">
                <a16:creationId xmlns:a16="http://schemas.microsoft.com/office/drawing/2014/main" id="{205FF6A4-B198-492F-9B3B-87B8061D6897}"/>
              </a:ext>
            </a:extLst>
          </p:cNvPr>
          <p:cNvGrpSpPr/>
          <p:nvPr/>
        </p:nvGrpSpPr>
        <p:grpSpPr>
          <a:xfrm>
            <a:off x="6117670" y="716921"/>
            <a:ext cx="2344160" cy="3888223"/>
            <a:chOff x="6117670" y="758801"/>
            <a:chExt cx="2344160" cy="3888223"/>
          </a:xfrm>
        </p:grpSpPr>
        <p:pic>
          <p:nvPicPr>
            <p:cNvPr id="70" name="Picture 69">
              <a:extLst>
                <a:ext uri="{FF2B5EF4-FFF2-40B4-BE49-F238E27FC236}">
                  <a16:creationId xmlns:a16="http://schemas.microsoft.com/office/drawing/2014/main" id="{AD33D982-4008-41DC-A7D7-FB036B9EAD02}"/>
                </a:ext>
              </a:extLst>
            </p:cNvPr>
            <p:cNvPicPr>
              <a:picLocks noChangeAspect="1"/>
            </p:cNvPicPr>
            <p:nvPr/>
          </p:nvPicPr>
          <p:blipFill rotWithShape="1">
            <a:blip r:embed="rId7"/>
            <a:srcRect b="7693"/>
            <a:stretch/>
          </p:blipFill>
          <p:spPr>
            <a:xfrm>
              <a:off x="6118893" y="758801"/>
              <a:ext cx="2340000" cy="1655415"/>
            </a:xfrm>
            <a:prstGeom prst="rect">
              <a:avLst/>
            </a:prstGeom>
          </p:spPr>
        </p:pic>
        <p:sp>
          <p:nvSpPr>
            <p:cNvPr id="83" name="Rectangle 4">
              <a:extLst>
                <a:ext uri="{FF2B5EF4-FFF2-40B4-BE49-F238E27FC236}">
                  <a16:creationId xmlns:a16="http://schemas.microsoft.com/office/drawing/2014/main" id="{BEE1EA28-6B3A-41CF-A229-D51E228259DB}"/>
                </a:ext>
              </a:extLst>
            </p:cNvPr>
            <p:cNvSpPr/>
            <p:nvPr/>
          </p:nvSpPr>
          <p:spPr>
            <a:xfrm>
              <a:off x="6121830" y="2415024"/>
              <a:ext cx="2340000" cy="2232000"/>
            </a:xfrm>
            <a:prstGeom prst="rect">
              <a:avLst/>
            </a:prstGeom>
            <a:solidFill>
              <a:schemeClr val="bg1">
                <a:lumMod val="95000"/>
                <a:alpha val="8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685584"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Trebuchet MS"/>
                <a:ea typeface="+mn-ea"/>
                <a:cs typeface="+mn-cs"/>
              </a:endParaRPr>
            </a:p>
          </p:txBody>
        </p:sp>
        <p:sp>
          <p:nvSpPr>
            <p:cNvPr id="84" name="Picture Placeholder 3">
              <a:extLst>
                <a:ext uri="{FF2B5EF4-FFF2-40B4-BE49-F238E27FC236}">
                  <a16:creationId xmlns:a16="http://schemas.microsoft.com/office/drawing/2014/main" id="{BC26CB7A-271A-4771-AF81-74AC38509D18}"/>
                </a:ext>
              </a:extLst>
            </p:cNvPr>
            <p:cNvSpPr txBox="1">
              <a:spLocks/>
            </p:cNvSpPr>
            <p:nvPr/>
          </p:nvSpPr>
          <p:spPr>
            <a:xfrm>
              <a:off x="6117670" y="2428639"/>
              <a:ext cx="2340000" cy="397047"/>
            </a:xfrm>
            <a:prstGeom prst="rect">
              <a:avLst/>
            </a:prstGeom>
            <a:noFill/>
            <a:effectLst/>
          </p:spPr>
          <p:txBody>
            <a:bodyPr wrap="none" anchor="ctr">
              <a:noAutofit/>
            </a:bodyPr>
            <a:lstStyle>
              <a:lvl1pPr marL="2286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200" kern="1200" spc="0" baseline="0">
                  <a:gradFill>
                    <a:gsLst>
                      <a:gs pos="1250">
                        <a:schemeClr val="tx1"/>
                      </a:gs>
                      <a:gs pos="100000">
                        <a:schemeClr val="tx1"/>
                      </a:gs>
                    </a:gsLst>
                    <a:lin ang="5400000" scaled="0"/>
                  </a:gradFill>
                  <a:latin typeface="+mn-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defTabSz="914367">
                <a:spcBef>
                  <a:spcPct val="0"/>
                </a:spcBef>
                <a:buSzTx/>
                <a:buNone/>
              </a:pPr>
              <a:r>
                <a:rPr lang="en-US" sz="1400" dirty="0" err="1">
                  <a:solidFill>
                    <a:srgbClr val="404040"/>
                  </a:solidFill>
                  <a:latin typeface="Trebuchet MS"/>
                  <a:cs typeface="Segoe UI Semibold" panose="020B0702040204020203" pitchFamily="34" charset="0"/>
                </a:rPr>
                <a:t>Ergebnis</a:t>
              </a:r>
              <a:endParaRPr lang="en-US" sz="1100" dirty="0">
                <a:solidFill>
                  <a:srgbClr val="404040"/>
                </a:solidFill>
                <a:latin typeface="Trebuchet MS"/>
                <a:cs typeface="Segoe UI Semibold" panose="020B0702040204020203" pitchFamily="34" charset="0"/>
              </a:endParaRPr>
            </a:p>
          </p:txBody>
        </p:sp>
        <p:sp>
          <p:nvSpPr>
            <p:cNvPr id="90" name="Prove users">
              <a:extLst>
                <a:ext uri="{FF2B5EF4-FFF2-40B4-BE49-F238E27FC236}">
                  <a16:creationId xmlns:a16="http://schemas.microsoft.com/office/drawing/2014/main" id="{02B7E56B-D338-4D60-8648-0BBCC7738561}"/>
                </a:ext>
              </a:extLst>
            </p:cNvPr>
            <p:cNvSpPr/>
            <p:nvPr/>
          </p:nvSpPr>
          <p:spPr bwMode="auto">
            <a:xfrm>
              <a:off x="6157830" y="2853606"/>
              <a:ext cx="2268000" cy="1656000"/>
            </a:xfrm>
            <a:prstGeom prst="rect">
              <a:avLst/>
            </a:prstGeom>
            <a:noFill/>
            <a:ln w="12700">
              <a:no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defRPr/>
              </a:pPr>
              <a:r>
                <a:rPr lang="de-DE" sz="900" b="1" dirty="0">
                  <a:solidFill>
                    <a:schemeClr val="tx1"/>
                  </a:solidFill>
                </a:rPr>
                <a:t>Sicherheit durch die Cloud</a:t>
              </a:r>
            </a:p>
            <a:p>
              <a:pPr defTabSz="914102" fontAlgn="base">
                <a:lnSpc>
                  <a:spcPct val="90000"/>
                </a:lnSpc>
                <a:spcBef>
                  <a:spcPct val="0"/>
                </a:spcBef>
                <a:spcAft>
                  <a:spcPct val="0"/>
                </a:spcAft>
                <a:defRPr/>
              </a:pPr>
              <a:endParaRPr lang="de-DE" sz="800" dirty="0">
                <a:solidFill>
                  <a:schemeClr val="tx1"/>
                </a:solidFill>
              </a:endParaRPr>
            </a:p>
            <a:p>
              <a:pPr marL="171450" indent="-171450" defTabSz="914102" fontAlgn="base">
                <a:lnSpc>
                  <a:spcPct val="90000"/>
                </a:lnSpc>
                <a:spcBef>
                  <a:spcPct val="0"/>
                </a:spcBef>
                <a:spcAft>
                  <a:spcPct val="0"/>
                </a:spcAft>
                <a:buFont typeface="Wingdings" panose="05000000000000000000" pitchFamily="2" charset="2"/>
                <a:buChar char="§"/>
                <a:defRPr/>
              </a:pPr>
              <a:r>
                <a:rPr lang="de-DE" sz="800" dirty="0">
                  <a:solidFill>
                    <a:schemeClr val="tx1"/>
                  </a:solidFill>
                </a:rPr>
                <a:t>Implementation automatisierter Prozesse</a:t>
              </a:r>
            </a:p>
            <a:p>
              <a:pPr marL="171450" indent="-171450" defTabSz="914102" fontAlgn="base">
                <a:lnSpc>
                  <a:spcPct val="90000"/>
                </a:lnSpc>
                <a:spcBef>
                  <a:spcPct val="0"/>
                </a:spcBef>
                <a:spcAft>
                  <a:spcPct val="0"/>
                </a:spcAft>
                <a:buFont typeface="Wingdings" panose="05000000000000000000" pitchFamily="2" charset="2"/>
                <a:buChar char="§"/>
                <a:defRPr/>
              </a:pPr>
              <a:r>
                <a:rPr lang="de-DE" sz="800" dirty="0">
                  <a:solidFill>
                    <a:schemeClr val="tx1"/>
                  </a:solidFill>
                </a:rPr>
                <a:t>Durchgängige Dokumentation von evtl. Vorfällen</a:t>
              </a:r>
            </a:p>
            <a:p>
              <a:pPr marL="171450" indent="-171450" defTabSz="914102" fontAlgn="base">
                <a:lnSpc>
                  <a:spcPct val="90000"/>
                </a:lnSpc>
                <a:spcBef>
                  <a:spcPct val="0"/>
                </a:spcBef>
                <a:spcAft>
                  <a:spcPct val="0"/>
                </a:spcAft>
                <a:buFont typeface="Wingdings" panose="05000000000000000000" pitchFamily="2" charset="2"/>
                <a:buChar char="§"/>
                <a:defRPr/>
              </a:pPr>
              <a:r>
                <a:rPr lang="de-DE" sz="800" dirty="0">
                  <a:solidFill>
                    <a:schemeClr val="tx1"/>
                  </a:solidFill>
                </a:rPr>
                <a:t>Schutz durch erprobte Regeln und Richtlinien</a:t>
              </a:r>
            </a:p>
            <a:p>
              <a:pPr marL="171450" indent="-171450" defTabSz="914102" fontAlgn="base">
                <a:lnSpc>
                  <a:spcPct val="90000"/>
                </a:lnSpc>
                <a:spcBef>
                  <a:spcPct val="0"/>
                </a:spcBef>
                <a:spcAft>
                  <a:spcPct val="0"/>
                </a:spcAft>
                <a:buFont typeface="Wingdings" panose="05000000000000000000" pitchFamily="2" charset="2"/>
                <a:buChar char="§"/>
                <a:defRPr/>
              </a:pPr>
              <a:r>
                <a:rPr lang="de-DE" sz="800" dirty="0">
                  <a:solidFill>
                    <a:schemeClr val="tx1"/>
                  </a:solidFill>
                </a:rPr>
                <a:t>Möglichkeit, Basiselemente durch Ihre spezifischen Anforderungen zu erweitern</a:t>
              </a:r>
            </a:p>
            <a:p>
              <a:pPr marL="171450" indent="-171450" defTabSz="914102" fontAlgn="base">
                <a:lnSpc>
                  <a:spcPct val="90000"/>
                </a:lnSpc>
                <a:spcBef>
                  <a:spcPct val="0"/>
                </a:spcBef>
                <a:spcAft>
                  <a:spcPct val="0"/>
                </a:spcAft>
                <a:buFont typeface="Wingdings" panose="05000000000000000000" pitchFamily="2" charset="2"/>
                <a:buChar char="§"/>
                <a:defRPr/>
              </a:pPr>
              <a:r>
                <a:rPr lang="de-DE" sz="800" dirty="0">
                  <a:solidFill>
                    <a:schemeClr val="tx1"/>
                  </a:solidFill>
                </a:rPr>
                <a:t>Regelmäßiger Statusbericht über den Zustand der Cloud Umgebung (optional Hybrid)</a:t>
              </a:r>
            </a:p>
            <a:p>
              <a:pPr marL="171450" indent="-171450" defTabSz="914102" fontAlgn="base">
                <a:lnSpc>
                  <a:spcPct val="90000"/>
                </a:lnSpc>
                <a:spcBef>
                  <a:spcPct val="0"/>
                </a:spcBef>
                <a:spcAft>
                  <a:spcPct val="0"/>
                </a:spcAft>
                <a:buFont typeface="Wingdings" panose="05000000000000000000" pitchFamily="2" charset="2"/>
                <a:buChar char="§"/>
                <a:defRPr/>
              </a:pPr>
              <a:r>
                <a:rPr lang="de-DE" sz="800" dirty="0">
                  <a:solidFill>
                    <a:schemeClr val="tx1"/>
                  </a:solidFill>
                </a:rPr>
                <a:t>Automatisiertes Ticketsystem, optional erweiterbar um Ihre spezifischen Anforderungen</a:t>
              </a:r>
            </a:p>
            <a:p>
              <a:pPr marL="171450" indent="-171450" defTabSz="914102" fontAlgn="base">
                <a:lnSpc>
                  <a:spcPct val="90000"/>
                </a:lnSpc>
                <a:spcBef>
                  <a:spcPct val="0"/>
                </a:spcBef>
                <a:spcAft>
                  <a:spcPct val="0"/>
                </a:spcAft>
                <a:buFont typeface="Wingdings" panose="05000000000000000000" pitchFamily="2" charset="2"/>
                <a:buChar char="§"/>
                <a:defRPr/>
              </a:pPr>
              <a:endParaRPr lang="de-DE" sz="800" dirty="0">
                <a:solidFill>
                  <a:schemeClr val="tx1"/>
                </a:solidFill>
              </a:endParaRPr>
            </a:p>
            <a:p>
              <a:pPr defTabSz="914102" fontAlgn="base">
                <a:lnSpc>
                  <a:spcPct val="90000"/>
                </a:lnSpc>
                <a:spcBef>
                  <a:spcPct val="0"/>
                </a:spcBef>
                <a:spcAft>
                  <a:spcPct val="0"/>
                </a:spcAft>
                <a:defRPr/>
              </a:pPr>
              <a:endParaRPr lang="de-DE" sz="800" dirty="0">
                <a:solidFill>
                  <a:schemeClr val="tx1"/>
                </a:solidFill>
              </a:endParaRPr>
            </a:p>
            <a:p>
              <a:pPr algn="ctr" defTabSz="914102" fontAlgn="base">
                <a:lnSpc>
                  <a:spcPct val="90000"/>
                </a:lnSpc>
                <a:spcBef>
                  <a:spcPct val="0"/>
                </a:spcBef>
                <a:spcAft>
                  <a:spcPct val="0"/>
                </a:spcAft>
                <a:defRPr/>
              </a:pPr>
              <a:endParaRPr lang="en-US" sz="900" dirty="0">
                <a:solidFill>
                  <a:schemeClr val="tx1"/>
                </a:solidFill>
              </a:endParaRPr>
            </a:p>
          </p:txBody>
        </p:sp>
      </p:grpSp>
    </p:spTree>
    <p:extLst>
      <p:ext uri="{BB962C8B-B14F-4D97-AF65-F5344CB8AC3E}">
        <p14:creationId xmlns:p14="http://schemas.microsoft.com/office/powerpoint/2010/main" val="40206978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A60125F6-6141-4258-A0BA-AF2E7F801235}"/>
              </a:ext>
            </a:extLst>
          </p:cNvPr>
          <p:cNvSpPr>
            <a:spLocks noGrp="1"/>
          </p:cNvSpPr>
          <p:nvPr>
            <p:ph type="body" sz="quarter" idx="15"/>
          </p:nvPr>
        </p:nvSpPr>
        <p:spPr/>
        <p:txBody>
          <a:bodyPr/>
          <a:lstStyle/>
          <a:p>
            <a:r>
              <a:rPr lang="de-DE" dirty="0"/>
              <a:t>Security – Compliance</a:t>
            </a:r>
          </a:p>
        </p:txBody>
      </p:sp>
      <p:sp>
        <p:nvSpPr>
          <p:cNvPr id="3" name="Titel 2">
            <a:extLst>
              <a:ext uri="{FF2B5EF4-FFF2-40B4-BE49-F238E27FC236}">
                <a16:creationId xmlns:a16="http://schemas.microsoft.com/office/drawing/2014/main" id="{0D13D416-5D2A-4209-85B8-AEE30BC8B8E9}"/>
              </a:ext>
            </a:extLst>
          </p:cNvPr>
          <p:cNvSpPr>
            <a:spLocks noGrp="1"/>
          </p:cNvSpPr>
          <p:nvPr>
            <p:ph type="title"/>
          </p:nvPr>
        </p:nvSpPr>
        <p:spPr/>
        <p:txBody>
          <a:bodyPr/>
          <a:lstStyle/>
          <a:p>
            <a:r>
              <a:rPr lang="de-DE" dirty="0"/>
              <a:t>Azure &amp; Microsoft 365</a:t>
            </a:r>
          </a:p>
        </p:txBody>
      </p:sp>
      <p:pic>
        <p:nvPicPr>
          <p:cNvPr id="5" name="Picture 64" descr="A person that is standing in the water&#10;&#10;Description automatically generated">
            <a:extLst>
              <a:ext uri="{FF2B5EF4-FFF2-40B4-BE49-F238E27FC236}">
                <a16:creationId xmlns:a16="http://schemas.microsoft.com/office/drawing/2014/main" id="{5F671346-D05F-4214-9D22-9E5928057249}"/>
              </a:ext>
            </a:extLst>
          </p:cNvPr>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a:xfrm>
            <a:off x="5283975" y="0"/>
            <a:ext cx="3861573" cy="1545495"/>
          </a:xfrm>
          <a:custGeom>
            <a:avLst/>
            <a:gdLst>
              <a:gd name="connsiteX0" fmla="*/ 767624 w 4141454"/>
              <a:gd name="connsiteY0" fmla="*/ 0 h 1657510"/>
              <a:gd name="connsiteX1" fmla="*/ 4141454 w 4141454"/>
              <a:gd name="connsiteY1" fmla="*/ 0 h 1657510"/>
              <a:gd name="connsiteX2" fmla="*/ 4141454 w 4141454"/>
              <a:gd name="connsiteY2" fmla="*/ 1160721 h 1657510"/>
              <a:gd name="connsiteX3" fmla="*/ 3921690 w 4141454"/>
              <a:gd name="connsiteY3" fmla="*/ 1160721 h 1657510"/>
              <a:gd name="connsiteX4" fmla="*/ 3921690 w 4141454"/>
              <a:gd name="connsiteY4" fmla="*/ 1434651 h 1657510"/>
              <a:gd name="connsiteX5" fmla="*/ 3739071 w 4141454"/>
              <a:gd name="connsiteY5" fmla="*/ 1434651 h 1657510"/>
              <a:gd name="connsiteX6" fmla="*/ 3739071 w 4141454"/>
              <a:gd name="connsiteY6" fmla="*/ 1634295 h 1657510"/>
              <a:gd name="connsiteX7" fmla="*/ 3536331 w 4141454"/>
              <a:gd name="connsiteY7" fmla="*/ 1634295 h 1657510"/>
              <a:gd name="connsiteX8" fmla="*/ 3536331 w 4141454"/>
              <a:gd name="connsiteY8" fmla="*/ 1434651 h 1657510"/>
              <a:gd name="connsiteX9" fmla="*/ 3536331 w 4141454"/>
              <a:gd name="connsiteY9" fmla="*/ 1431556 h 1657510"/>
              <a:gd name="connsiteX10" fmla="*/ 3536331 w 4141454"/>
              <a:gd name="connsiteY10" fmla="*/ 1160721 h 1657510"/>
              <a:gd name="connsiteX11" fmla="*/ 3367639 w 4141454"/>
              <a:gd name="connsiteY11" fmla="*/ 1160721 h 1657510"/>
              <a:gd name="connsiteX12" fmla="*/ 3367639 w 4141454"/>
              <a:gd name="connsiteY12" fmla="*/ 1360365 h 1657510"/>
              <a:gd name="connsiteX13" fmla="*/ 2890970 w 4141454"/>
              <a:gd name="connsiteY13" fmla="*/ 1360365 h 1657510"/>
              <a:gd name="connsiteX14" fmla="*/ 2890970 w 4141454"/>
              <a:gd name="connsiteY14" fmla="*/ 1454770 h 1657510"/>
              <a:gd name="connsiteX15" fmla="*/ 3093709 w 4141454"/>
              <a:gd name="connsiteY15" fmla="*/ 1454770 h 1657510"/>
              <a:gd name="connsiteX16" fmla="*/ 3093709 w 4141454"/>
              <a:gd name="connsiteY16" fmla="*/ 1657510 h 1657510"/>
              <a:gd name="connsiteX17" fmla="*/ 2890970 w 4141454"/>
              <a:gd name="connsiteY17" fmla="*/ 1657510 h 1657510"/>
              <a:gd name="connsiteX18" fmla="*/ 2890970 w 4141454"/>
              <a:gd name="connsiteY18" fmla="*/ 1563104 h 1657510"/>
              <a:gd name="connsiteX19" fmla="*/ 2688231 w 4141454"/>
              <a:gd name="connsiteY19" fmla="*/ 1563104 h 1657510"/>
              <a:gd name="connsiteX20" fmla="*/ 2688231 w 4141454"/>
              <a:gd name="connsiteY20" fmla="*/ 1360365 h 1657510"/>
              <a:gd name="connsiteX21" fmla="*/ 2688231 w 4141454"/>
              <a:gd name="connsiteY21" fmla="*/ 1160721 h 1657510"/>
              <a:gd name="connsiteX22" fmla="*/ 2374062 w 4141454"/>
              <a:gd name="connsiteY22" fmla="*/ 1160721 h 1657510"/>
              <a:gd name="connsiteX23" fmla="*/ 2374062 w 4141454"/>
              <a:gd name="connsiteY23" fmla="*/ 1279888 h 1657510"/>
              <a:gd name="connsiteX24" fmla="*/ 2519539 w 4141454"/>
              <a:gd name="connsiteY24" fmla="*/ 1279888 h 1657510"/>
              <a:gd name="connsiteX25" fmla="*/ 2519539 w 4141454"/>
              <a:gd name="connsiteY25" fmla="*/ 1484175 h 1657510"/>
              <a:gd name="connsiteX26" fmla="*/ 2316800 w 4141454"/>
              <a:gd name="connsiteY26" fmla="*/ 1484175 h 1657510"/>
              <a:gd name="connsiteX27" fmla="*/ 2316800 w 4141454"/>
              <a:gd name="connsiteY27" fmla="*/ 1365008 h 1657510"/>
              <a:gd name="connsiteX28" fmla="*/ 2171323 w 4141454"/>
              <a:gd name="connsiteY28" fmla="*/ 1365008 h 1657510"/>
              <a:gd name="connsiteX29" fmla="*/ 2171323 w 4141454"/>
              <a:gd name="connsiteY29" fmla="*/ 1160721 h 1657510"/>
              <a:gd name="connsiteX30" fmla="*/ 2045965 w 4141454"/>
              <a:gd name="connsiteY30" fmla="*/ 1160721 h 1657510"/>
              <a:gd name="connsiteX31" fmla="*/ 2045965 w 4141454"/>
              <a:gd name="connsiteY31" fmla="*/ 1382032 h 1657510"/>
              <a:gd name="connsiteX32" fmla="*/ 2045965 w 4141454"/>
              <a:gd name="connsiteY32" fmla="*/ 1397508 h 1657510"/>
              <a:gd name="connsiteX33" fmla="*/ 2045965 w 4141454"/>
              <a:gd name="connsiteY33" fmla="*/ 1584771 h 1657510"/>
              <a:gd name="connsiteX34" fmla="*/ 1843225 w 4141454"/>
              <a:gd name="connsiteY34" fmla="*/ 1584771 h 1657510"/>
              <a:gd name="connsiteX35" fmla="*/ 1843225 w 4141454"/>
              <a:gd name="connsiteY35" fmla="*/ 1397508 h 1657510"/>
              <a:gd name="connsiteX36" fmla="*/ 1162269 w 4141454"/>
              <a:gd name="connsiteY36" fmla="*/ 1397508 h 1657510"/>
              <a:gd name="connsiteX37" fmla="*/ 1162269 w 4141454"/>
              <a:gd name="connsiteY37" fmla="*/ 1160721 h 1657510"/>
              <a:gd name="connsiteX38" fmla="*/ 1036911 w 4141454"/>
              <a:gd name="connsiteY38" fmla="*/ 1160721 h 1657510"/>
              <a:gd name="connsiteX39" fmla="*/ 1036911 w 4141454"/>
              <a:gd name="connsiteY39" fmla="*/ 1320127 h 1657510"/>
              <a:gd name="connsiteX40" fmla="*/ 642266 w 4141454"/>
              <a:gd name="connsiteY40" fmla="*/ 1320127 h 1657510"/>
              <a:gd name="connsiteX41" fmla="*/ 642266 w 4141454"/>
              <a:gd name="connsiteY41" fmla="*/ 866672 h 1657510"/>
              <a:gd name="connsiteX42" fmla="*/ 332740 w 4141454"/>
              <a:gd name="connsiteY42" fmla="*/ 866672 h 1657510"/>
              <a:gd name="connsiteX43" fmla="*/ 332740 w 4141454"/>
              <a:gd name="connsiteY43" fmla="*/ 1038458 h 1657510"/>
              <a:gd name="connsiteX44" fmla="*/ 130001 w 4141454"/>
              <a:gd name="connsiteY44" fmla="*/ 1038458 h 1657510"/>
              <a:gd name="connsiteX45" fmla="*/ 130001 w 4141454"/>
              <a:gd name="connsiteY45" fmla="*/ 866672 h 1657510"/>
              <a:gd name="connsiteX46" fmla="*/ 0 w 4141454"/>
              <a:gd name="connsiteY46" fmla="*/ 866672 h 1657510"/>
              <a:gd name="connsiteX47" fmla="*/ 0 w 4141454"/>
              <a:gd name="connsiteY47" fmla="*/ 663932 h 1657510"/>
              <a:gd name="connsiteX48" fmla="*/ 642266 w 4141454"/>
              <a:gd name="connsiteY48" fmla="*/ 663932 h 1657510"/>
              <a:gd name="connsiteX49" fmla="*/ 767624 w 4141454"/>
              <a:gd name="connsiteY49" fmla="*/ 663932 h 1657510"/>
              <a:gd name="connsiteX50" fmla="*/ 767624 w 4141454"/>
              <a:gd name="connsiteY50" fmla="*/ 552503 h 1657510"/>
              <a:gd name="connsiteX51" fmla="*/ 464289 w 4141454"/>
              <a:gd name="connsiteY51" fmla="*/ 552503 h 1657510"/>
              <a:gd name="connsiteX52" fmla="*/ 464289 w 4141454"/>
              <a:gd name="connsiteY52" fmla="*/ 114524 h 1657510"/>
              <a:gd name="connsiteX53" fmla="*/ 767624 w 4141454"/>
              <a:gd name="connsiteY53" fmla="*/ 114524 h 1657510"/>
              <a:gd name="connsiteX54" fmla="*/ 767624 w 4141454"/>
              <a:gd name="connsiteY54" fmla="*/ 0 h 1657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4141454" h="1657510">
                <a:moveTo>
                  <a:pt x="767624" y="0"/>
                </a:moveTo>
                <a:lnTo>
                  <a:pt x="4141454" y="0"/>
                </a:lnTo>
                <a:lnTo>
                  <a:pt x="4141454" y="1160721"/>
                </a:lnTo>
                <a:lnTo>
                  <a:pt x="3921690" y="1160721"/>
                </a:lnTo>
                <a:lnTo>
                  <a:pt x="3921690" y="1434651"/>
                </a:lnTo>
                <a:lnTo>
                  <a:pt x="3739071" y="1434651"/>
                </a:lnTo>
                <a:lnTo>
                  <a:pt x="3739071" y="1634295"/>
                </a:lnTo>
                <a:lnTo>
                  <a:pt x="3536331" y="1634295"/>
                </a:lnTo>
                <a:lnTo>
                  <a:pt x="3536331" y="1434651"/>
                </a:lnTo>
                <a:lnTo>
                  <a:pt x="3536331" y="1431556"/>
                </a:lnTo>
                <a:lnTo>
                  <a:pt x="3536331" y="1160721"/>
                </a:lnTo>
                <a:lnTo>
                  <a:pt x="3367639" y="1160721"/>
                </a:lnTo>
                <a:lnTo>
                  <a:pt x="3367639" y="1360365"/>
                </a:lnTo>
                <a:lnTo>
                  <a:pt x="2890970" y="1360365"/>
                </a:lnTo>
                <a:lnTo>
                  <a:pt x="2890970" y="1454770"/>
                </a:lnTo>
                <a:lnTo>
                  <a:pt x="3093709" y="1454770"/>
                </a:lnTo>
                <a:lnTo>
                  <a:pt x="3093709" y="1657510"/>
                </a:lnTo>
                <a:lnTo>
                  <a:pt x="2890970" y="1657510"/>
                </a:lnTo>
                <a:lnTo>
                  <a:pt x="2890970" y="1563104"/>
                </a:lnTo>
                <a:lnTo>
                  <a:pt x="2688231" y="1563104"/>
                </a:lnTo>
                <a:lnTo>
                  <a:pt x="2688231" y="1360365"/>
                </a:lnTo>
                <a:lnTo>
                  <a:pt x="2688231" y="1160721"/>
                </a:lnTo>
                <a:lnTo>
                  <a:pt x="2374062" y="1160721"/>
                </a:lnTo>
                <a:lnTo>
                  <a:pt x="2374062" y="1279888"/>
                </a:lnTo>
                <a:lnTo>
                  <a:pt x="2519539" y="1279888"/>
                </a:lnTo>
                <a:lnTo>
                  <a:pt x="2519539" y="1484175"/>
                </a:lnTo>
                <a:lnTo>
                  <a:pt x="2316800" y="1484175"/>
                </a:lnTo>
                <a:lnTo>
                  <a:pt x="2316800" y="1365008"/>
                </a:lnTo>
                <a:lnTo>
                  <a:pt x="2171323" y="1365008"/>
                </a:lnTo>
                <a:lnTo>
                  <a:pt x="2171323" y="1160721"/>
                </a:lnTo>
                <a:lnTo>
                  <a:pt x="2045965" y="1160721"/>
                </a:lnTo>
                <a:lnTo>
                  <a:pt x="2045965" y="1382032"/>
                </a:lnTo>
                <a:lnTo>
                  <a:pt x="2045965" y="1397508"/>
                </a:lnTo>
                <a:lnTo>
                  <a:pt x="2045965" y="1584771"/>
                </a:lnTo>
                <a:lnTo>
                  <a:pt x="1843225" y="1584771"/>
                </a:lnTo>
                <a:lnTo>
                  <a:pt x="1843225" y="1397508"/>
                </a:lnTo>
                <a:lnTo>
                  <a:pt x="1162269" y="1397508"/>
                </a:lnTo>
                <a:lnTo>
                  <a:pt x="1162269" y="1160721"/>
                </a:lnTo>
                <a:lnTo>
                  <a:pt x="1036911" y="1160721"/>
                </a:lnTo>
                <a:lnTo>
                  <a:pt x="1036911" y="1320127"/>
                </a:lnTo>
                <a:lnTo>
                  <a:pt x="642266" y="1320127"/>
                </a:lnTo>
                <a:lnTo>
                  <a:pt x="642266" y="866672"/>
                </a:lnTo>
                <a:lnTo>
                  <a:pt x="332740" y="866672"/>
                </a:lnTo>
                <a:lnTo>
                  <a:pt x="332740" y="1038458"/>
                </a:lnTo>
                <a:lnTo>
                  <a:pt x="130001" y="1038458"/>
                </a:lnTo>
                <a:lnTo>
                  <a:pt x="130001" y="866672"/>
                </a:lnTo>
                <a:lnTo>
                  <a:pt x="0" y="866672"/>
                </a:lnTo>
                <a:lnTo>
                  <a:pt x="0" y="663932"/>
                </a:lnTo>
                <a:lnTo>
                  <a:pt x="642266" y="663932"/>
                </a:lnTo>
                <a:lnTo>
                  <a:pt x="767624" y="663932"/>
                </a:lnTo>
                <a:lnTo>
                  <a:pt x="767624" y="552503"/>
                </a:lnTo>
                <a:lnTo>
                  <a:pt x="464289" y="552503"/>
                </a:lnTo>
                <a:lnTo>
                  <a:pt x="464289" y="114524"/>
                </a:lnTo>
                <a:lnTo>
                  <a:pt x="767624" y="114524"/>
                </a:lnTo>
                <a:lnTo>
                  <a:pt x="767624" y="0"/>
                </a:lnTo>
                <a:close/>
              </a:path>
            </a:pathLst>
          </a:custGeom>
        </p:spPr>
      </p:pic>
      <p:sp>
        <p:nvSpPr>
          <p:cNvPr id="25" name="Textplatzhalter 3">
            <a:extLst>
              <a:ext uri="{FF2B5EF4-FFF2-40B4-BE49-F238E27FC236}">
                <a16:creationId xmlns:a16="http://schemas.microsoft.com/office/drawing/2014/main" id="{E91553E6-B007-4554-A504-B7953F549D1D}"/>
              </a:ext>
            </a:extLst>
          </p:cNvPr>
          <p:cNvSpPr txBox="1">
            <a:spLocks/>
          </p:cNvSpPr>
          <p:nvPr/>
        </p:nvSpPr>
        <p:spPr>
          <a:xfrm>
            <a:off x="4753484" y="1400006"/>
            <a:ext cx="4118283" cy="2710109"/>
          </a:xfrm>
          <a:prstGeom prst="rect">
            <a:avLst/>
          </a:prstGeom>
        </p:spPr>
        <p:txBody>
          <a:bodyPr vert="horz" lIns="0" tIns="0" rIns="0" bIns="0" rtlCol="0">
            <a:noAutofit/>
          </a:bodyPr>
          <a:lstStyle>
            <a:lvl1pPr marL="0" marR="0" indent="0" algn="l" defTabSz="685584" rtl="0" eaLnBrk="1" fontAlgn="auto" latinLnBrk="0" hangingPunct="1">
              <a:lnSpc>
                <a:spcPct val="100000"/>
              </a:lnSpc>
              <a:spcBef>
                <a:spcPts val="0"/>
              </a:spcBef>
              <a:spcAft>
                <a:spcPts val="450"/>
              </a:spcAft>
              <a:buClrTx/>
              <a:buSzTx/>
              <a:buFont typeface="Arial" pitchFamily="34" charset="0"/>
              <a:buNone/>
              <a:tabLst/>
              <a:defRPr sz="1600" b="0" kern="1200">
                <a:solidFill>
                  <a:schemeClr val="tx1"/>
                </a:solidFill>
                <a:latin typeface="+mn-lt"/>
                <a:ea typeface="+mn-ea"/>
                <a:cs typeface="+mn-cs"/>
              </a:defRPr>
            </a:lvl1pPr>
            <a:lvl2pPr marL="269875" marR="0" indent="-269875" algn="l" defTabSz="685584" rtl="0" eaLnBrk="1" fontAlgn="auto" latinLnBrk="0" hangingPunct="1">
              <a:lnSpc>
                <a:spcPct val="100000"/>
              </a:lnSpc>
              <a:spcBef>
                <a:spcPts val="0"/>
              </a:spcBef>
              <a:spcAft>
                <a:spcPts val="450"/>
              </a:spcAft>
              <a:buClr>
                <a:srgbClr val="ED1A3B"/>
              </a:buClr>
              <a:buSzPct val="80000"/>
              <a:buFont typeface="Wingdings 3" panose="05040102010807070707" pitchFamily="18" charset="2"/>
              <a:buChar char=""/>
              <a:tabLst/>
              <a:defRPr sz="1600" kern="1200">
                <a:solidFill>
                  <a:schemeClr val="tx1"/>
                </a:solidFill>
                <a:latin typeface="+mn-lt"/>
                <a:ea typeface="+mn-ea"/>
                <a:cs typeface="+mn-cs"/>
              </a:defRPr>
            </a:lvl2pPr>
            <a:lvl3pPr marL="539750" marR="0" indent="-269875" algn="l" defTabSz="685584" rtl="0" eaLnBrk="1" fontAlgn="auto" latinLnBrk="0" hangingPunct="1">
              <a:lnSpc>
                <a:spcPct val="100000"/>
              </a:lnSpc>
              <a:spcBef>
                <a:spcPts val="0"/>
              </a:spcBef>
              <a:spcAft>
                <a:spcPts val="450"/>
              </a:spcAft>
              <a:buClr>
                <a:srgbClr val="ED1A3B"/>
              </a:buClr>
              <a:buSzPct val="100000"/>
              <a:buFont typeface="Arial" panose="020B0604020202020204" pitchFamily="34" charset="0"/>
              <a:buChar char="‒"/>
              <a:tabLst/>
              <a:defRPr sz="1600" kern="1200">
                <a:solidFill>
                  <a:schemeClr val="tx1"/>
                </a:solidFill>
                <a:latin typeface="+mn-lt"/>
                <a:ea typeface="+mn-ea"/>
                <a:cs typeface="+mn-cs"/>
              </a:defRPr>
            </a:lvl3pPr>
            <a:lvl4pPr marL="809625" marR="0" indent="-269875" algn="l" defTabSz="685584" rtl="0" eaLnBrk="1" fontAlgn="auto" latinLnBrk="0" hangingPunct="1">
              <a:lnSpc>
                <a:spcPct val="100000"/>
              </a:lnSpc>
              <a:spcBef>
                <a:spcPts val="0"/>
              </a:spcBef>
              <a:spcAft>
                <a:spcPts val="450"/>
              </a:spcAft>
              <a:buClr>
                <a:srgbClr val="ED1A3B"/>
              </a:buClr>
              <a:buSzTx/>
              <a:buFont typeface="Arial" panose="020B0604020202020204" pitchFamily="34" charset="0"/>
              <a:buChar char="‒"/>
              <a:tabLst/>
              <a:defRPr sz="1600" kern="1200">
                <a:solidFill>
                  <a:schemeClr val="tx1"/>
                </a:solidFill>
                <a:latin typeface="+mn-lt"/>
                <a:ea typeface="+mn-ea"/>
                <a:cs typeface="+mn-cs"/>
              </a:defRPr>
            </a:lvl4pPr>
            <a:lvl5pPr marL="809625" marR="0" indent="-269875" algn="l" defTabSz="685584" rtl="0" eaLnBrk="1" fontAlgn="auto" latinLnBrk="0" hangingPunct="1">
              <a:lnSpc>
                <a:spcPct val="100000"/>
              </a:lnSpc>
              <a:spcBef>
                <a:spcPts val="0"/>
              </a:spcBef>
              <a:spcAft>
                <a:spcPts val="450"/>
              </a:spcAft>
              <a:buClr>
                <a:srgbClr val="ED1A3B"/>
              </a:buClr>
              <a:buSzTx/>
              <a:buFont typeface="Symbol" panose="05050102010706020507" pitchFamily="18" charset="2"/>
              <a:buChar char="-"/>
              <a:tabLst/>
              <a:defRPr sz="1200" kern="1200">
                <a:solidFill>
                  <a:schemeClr val="tx1"/>
                </a:solidFill>
                <a:latin typeface="+mn-lt"/>
                <a:ea typeface="+mn-ea"/>
                <a:cs typeface="+mn-cs"/>
              </a:defRPr>
            </a:lvl5pPr>
            <a:lvl6pPr marL="600075" indent="0" algn="l" defTabSz="685584" rtl="0" eaLnBrk="1" latinLnBrk="0" hangingPunct="1">
              <a:lnSpc>
                <a:spcPct val="100000"/>
              </a:lnSpc>
              <a:spcBef>
                <a:spcPts val="0"/>
              </a:spcBef>
              <a:spcAft>
                <a:spcPts val="450"/>
              </a:spcAft>
              <a:buFont typeface="Trebuchet MS" pitchFamily="34" charset="0"/>
              <a:buNone/>
              <a:defRPr lang="en-GB" sz="1200" kern="1200" baseline="0" dirty="0" smtClean="0">
                <a:solidFill>
                  <a:schemeClr val="tx1"/>
                </a:solidFill>
                <a:latin typeface="+mn-lt"/>
                <a:ea typeface="+mn-ea"/>
                <a:cs typeface="+mn-cs"/>
              </a:defRPr>
            </a:lvl6pPr>
            <a:lvl7pPr marL="600075" indent="0" algn="l" defTabSz="685584" rtl="0" eaLnBrk="1" latinLnBrk="0" hangingPunct="1">
              <a:lnSpc>
                <a:spcPct val="100000"/>
              </a:lnSpc>
              <a:spcBef>
                <a:spcPts val="0"/>
              </a:spcBef>
              <a:spcAft>
                <a:spcPts val="450"/>
              </a:spcAft>
              <a:buFont typeface="Arial" pitchFamily="34" charset="0"/>
              <a:buNone/>
              <a:defRPr sz="1200" kern="1200">
                <a:solidFill>
                  <a:schemeClr val="tx1"/>
                </a:solidFill>
                <a:latin typeface="+mn-lt"/>
                <a:ea typeface="+mn-ea"/>
                <a:cs typeface="+mn-cs"/>
              </a:defRPr>
            </a:lvl7pPr>
            <a:lvl8pPr marL="803275" marR="0" indent="-263525" algn="l" defTabSz="685584" rtl="0" eaLnBrk="1" fontAlgn="auto" latinLnBrk="0" hangingPunct="1">
              <a:lnSpc>
                <a:spcPct val="100000"/>
              </a:lnSpc>
              <a:spcBef>
                <a:spcPts val="0"/>
              </a:spcBef>
              <a:spcAft>
                <a:spcPts val="450"/>
              </a:spcAft>
              <a:buClr>
                <a:srgbClr val="ED1A3B"/>
              </a:buClr>
              <a:buSzTx/>
              <a:buFont typeface="Symbol" panose="05050102010706020507" pitchFamily="18" charset="2"/>
              <a:buChar char="-"/>
              <a:tabLst/>
              <a:defRPr sz="1200" kern="1200">
                <a:solidFill>
                  <a:schemeClr val="tx1"/>
                </a:solidFill>
                <a:latin typeface="+mn-lt"/>
                <a:ea typeface="+mn-ea"/>
                <a:cs typeface="+mn-cs"/>
              </a:defRPr>
            </a:lvl8pPr>
            <a:lvl9pPr marL="803275" marR="0" indent="-263525" algn="l" defTabSz="685584" rtl="0" eaLnBrk="1" fontAlgn="auto" latinLnBrk="0" hangingPunct="1">
              <a:lnSpc>
                <a:spcPct val="100000"/>
              </a:lnSpc>
              <a:spcBef>
                <a:spcPts val="0"/>
              </a:spcBef>
              <a:spcAft>
                <a:spcPts val="450"/>
              </a:spcAft>
              <a:buClr>
                <a:srgbClr val="ED1A3B"/>
              </a:buClr>
              <a:buSzTx/>
              <a:buFont typeface="Symbol" panose="05050102010706020507" pitchFamily="18" charset="2"/>
              <a:buChar char="-"/>
              <a:tabLst/>
              <a:defRPr sz="1200" kern="1200">
                <a:solidFill>
                  <a:schemeClr val="tx1"/>
                </a:solidFill>
                <a:latin typeface="+mn-lt"/>
                <a:ea typeface="+mn-ea"/>
                <a:cs typeface="+mn-cs"/>
              </a:defRPr>
            </a:lvl9pPr>
          </a:lstStyle>
          <a:p>
            <a:r>
              <a:rPr lang="de-DE" sz="1200" dirty="0"/>
              <a:t>Unsere Lösung </a:t>
            </a:r>
            <a:br>
              <a:rPr lang="de-DE" sz="1200" dirty="0"/>
            </a:br>
            <a:r>
              <a:rPr lang="de-DE" sz="1200" dirty="0"/>
              <a:t>„</a:t>
            </a:r>
            <a:r>
              <a:rPr lang="en-GB" sz="1200" b="1" dirty="0"/>
              <a:t>P3 cloud solutions GmbH - Managed Security as a Service</a:t>
            </a:r>
            <a:r>
              <a:rPr lang="en-GB" sz="1200" dirty="0"/>
              <a:t>”</a:t>
            </a:r>
            <a:br>
              <a:rPr lang="en-GB" sz="1200" dirty="0"/>
            </a:br>
            <a:r>
              <a:rPr lang="en-GB" sz="1200" dirty="0" err="1"/>
              <a:t>bietet</a:t>
            </a:r>
            <a:r>
              <a:rPr lang="en-GB" sz="1200" dirty="0"/>
              <a:t> </a:t>
            </a:r>
            <a:r>
              <a:rPr lang="en-GB" sz="1200" dirty="0" err="1"/>
              <a:t>über</a:t>
            </a:r>
            <a:r>
              <a:rPr lang="en-GB" sz="1200" dirty="0"/>
              <a:t> den Microsoft Marketplace </a:t>
            </a:r>
            <a:r>
              <a:rPr lang="en-GB" sz="1200" dirty="0" err="1"/>
              <a:t>eine</a:t>
            </a:r>
            <a:r>
              <a:rPr lang="en-GB" sz="1200" dirty="0"/>
              <a:t> </a:t>
            </a:r>
            <a:r>
              <a:rPr lang="en-GB" sz="1200" dirty="0" err="1"/>
              <a:t>zertifizierte</a:t>
            </a:r>
            <a:r>
              <a:rPr lang="en-GB" sz="1200" dirty="0"/>
              <a:t> </a:t>
            </a:r>
            <a:r>
              <a:rPr lang="en-GB" sz="1200" dirty="0" err="1"/>
              <a:t>Verwaltungsplattform</a:t>
            </a:r>
            <a:r>
              <a:rPr lang="en-GB" sz="1200" dirty="0"/>
              <a:t> in </a:t>
            </a:r>
            <a:r>
              <a:rPr lang="en-GB" sz="1200" b="1" dirty="0"/>
              <a:t>Azure</a:t>
            </a:r>
            <a:r>
              <a:rPr lang="en-GB" sz="1200" dirty="0"/>
              <a:t> und </a:t>
            </a:r>
            <a:r>
              <a:rPr lang="en-GB" sz="1200" b="1" dirty="0"/>
              <a:t>Microsoft 365.</a:t>
            </a:r>
          </a:p>
          <a:p>
            <a:r>
              <a:rPr lang="en-GB" sz="1200" b="1" dirty="0" err="1"/>
              <a:t>Zentrales</a:t>
            </a:r>
            <a:r>
              <a:rPr lang="en-GB" sz="1200" b="1" dirty="0"/>
              <a:t> </a:t>
            </a:r>
            <a:r>
              <a:rPr lang="en-GB" sz="1200" b="1" dirty="0" err="1"/>
              <a:t>Sammeln</a:t>
            </a:r>
            <a:r>
              <a:rPr lang="en-GB" sz="1200" b="1" dirty="0"/>
              <a:t> von Sicherheits- und </a:t>
            </a:r>
            <a:r>
              <a:rPr lang="en-GB" sz="1200" b="1" dirty="0" err="1"/>
              <a:t>Compliancevorfällen</a:t>
            </a:r>
            <a:r>
              <a:rPr lang="en-GB" sz="1200" b="1" dirty="0"/>
              <a:t>, </a:t>
            </a:r>
            <a:r>
              <a:rPr lang="en-GB" sz="1200" b="1" dirty="0" err="1"/>
              <a:t>Erkennen</a:t>
            </a:r>
            <a:r>
              <a:rPr lang="en-GB" sz="1200" b="1" dirty="0"/>
              <a:t> von </a:t>
            </a:r>
            <a:r>
              <a:rPr lang="en-GB" sz="1200" b="1" dirty="0" err="1"/>
              <a:t>Anomalien</a:t>
            </a:r>
            <a:r>
              <a:rPr lang="en-GB" sz="1200" b="1" dirty="0"/>
              <a:t> und </a:t>
            </a:r>
            <a:r>
              <a:rPr lang="en-GB" sz="1200" b="1" dirty="0" err="1"/>
              <a:t>automatisiertes</a:t>
            </a:r>
            <a:r>
              <a:rPr lang="en-GB" sz="1200" b="1" dirty="0"/>
              <a:t> </a:t>
            </a:r>
            <a:r>
              <a:rPr lang="en-GB" sz="1200" b="1" dirty="0" err="1"/>
              <a:t>Reagieren</a:t>
            </a:r>
            <a:endParaRPr lang="en-GB" sz="1200" b="1" dirty="0"/>
          </a:p>
          <a:p>
            <a:r>
              <a:rPr lang="en-GB" sz="1200" dirty="0"/>
              <a:t>Die </a:t>
            </a:r>
            <a:r>
              <a:rPr lang="en-GB" sz="1200" dirty="0" err="1"/>
              <a:t>Basisimplementation</a:t>
            </a:r>
            <a:r>
              <a:rPr lang="en-GB" sz="1200" dirty="0"/>
              <a:t> </a:t>
            </a:r>
            <a:r>
              <a:rPr lang="en-GB" sz="1200" dirty="0" err="1"/>
              <a:t>bietet</a:t>
            </a:r>
            <a:r>
              <a:rPr lang="en-GB" sz="1200" dirty="0"/>
              <a:t> </a:t>
            </a:r>
            <a:r>
              <a:rPr lang="en-GB" sz="1200" dirty="0" err="1"/>
              <a:t>ein</a:t>
            </a:r>
            <a:r>
              <a:rPr lang="en-GB" sz="1200" dirty="0"/>
              <a:t> </a:t>
            </a:r>
            <a:r>
              <a:rPr lang="en-GB" sz="1200" dirty="0" err="1"/>
              <a:t>zentrale</a:t>
            </a:r>
            <a:r>
              <a:rPr lang="en-GB" sz="1200" dirty="0"/>
              <a:t> </a:t>
            </a:r>
            <a:r>
              <a:rPr lang="en-GB" sz="1200" dirty="0" err="1"/>
              <a:t>webbasierte</a:t>
            </a:r>
            <a:r>
              <a:rPr lang="en-GB" sz="1200" dirty="0"/>
              <a:t> </a:t>
            </a:r>
            <a:r>
              <a:rPr lang="en-GB" sz="1200" dirty="0" err="1"/>
              <a:t>Ticketsammlung</a:t>
            </a:r>
            <a:r>
              <a:rPr lang="en-GB" sz="1200" dirty="0"/>
              <a:t> der </a:t>
            </a:r>
            <a:r>
              <a:rPr lang="en-GB" sz="1200" dirty="0" err="1"/>
              <a:t>verschiedensten</a:t>
            </a:r>
            <a:r>
              <a:rPr lang="en-GB" sz="1200" dirty="0"/>
              <a:t> </a:t>
            </a:r>
            <a:r>
              <a:rPr lang="en-GB" sz="1200" dirty="0" err="1"/>
              <a:t>Vorfälle</a:t>
            </a:r>
            <a:r>
              <a:rPr lang="en-GB" sz="1200" dirty="0"/>
              <a:t> und </a:t>
            </a:r>
            <a:r>
              <a:rPr lang="en-GB" sz="1200" dirty="0" err="1"/>
              <a:t>Ereignisse</a:t>
            </a:r>
            <a:r>
              <a:rPr lang="en-GB" sz="1200" dirty="0"/>
              <a:t>, je </a:t>
            </a:r>
            <a:r>
              <a:rPr lang="en-GB" sz="1200" dirty="0" err="1"/>
              <a:t>nach</a:t>
            </a:r>
            <a:r>
              <a:rPr lang="en-GB" sz="1200" dirty="0"/>
              <a:t> Definition </a:t>
            </a:r>
            <a:r>
              <a:rPr lang="en-GB" sz="1200" dirty="0" err="1"/>
              <a:t>können</a:t>
            </a:r>
            <a:r>
              <a:rPr lang="en-GB" sz="1200" dirty="0"/>
              <a:t> von </a:t>
            </a:r>
            <a:r>
              <a:rPr lang="en-GB" sz="1200" dirty="0" err="1"/>
              <a:t>Ihnen</a:t>
            </a:r>
            <a:r>
              <a:rPr lang="en-GB" sz="1200" dirty="0"/>
              <a:t> </a:t>
            </a:r>
            <a:r>
              <a:rPr lang="en-GB" sz="1200" dirty="0" err="1"/>
              <a:t>ausgewählte</a:t>
            </a:r>
            <a:r>
              <a:rPr lang="en-GB" sz="1200" dirty="0"/>
              <a:t> </a:t>
            </a:r>
            <a:r>
              <a:rPr lang="en-GB" sz="1200" dirty="0" err="1"/>
              <a:t>Elemente</a:t>
            </a:r>
            <a:r>
              <a:rPr lang="en-GB" sz="1200" dirty="0"/>
              <a:t> an </a:t>
            </a:r>
            <a:r>
              <a:rPr lang="en-GB" sz="1200" dirty="0" err="1"/>
              <a:t>Ihre</a:t>
            </a:r>
            <a:r>
              <a:rPr lang="en-GB" sz="1200" dirty="0"/>
              <a:t> </a:t>
            </a:r>
            <a:r>
              <a:rPr lang="en-GB" sz="1200" dirty="0" err="1"/>
              <a:t>internen</a:t>
            </a:r>
            <a:r>
              <a:rPr lang="en-GB" sz="1200" dirty="0"/>
              <a:t> </a:t>
            </a:r>
            <a:r>
              <a:rPr lang="en-GB" sz="1200" dirty="0" err="1"/>
              <a:t>Supportprozesse</a:t>
            </a:r>
            <a:r>
              <a:rPr lang="en-GB" sz="1200" dirty="0"/>
              <a:t> </a:t>
            </a:r>
            <a:r>
              <a:rPr lang="en-GB" sz="1200" dirty="0" err="1"/>
              <a:t>weiter</a:t>
            </a:r>
            <a:r>
              <a:rPr lang="en-GB" sz="1200" dirty="0"/>
              <a:t> </a:t>
            </a:r>
            <a:r>
              <a:rPr lang="en-GB" sz="1200" dirty="0" err="1"/>
              <a:t>geleitet</a:t>
            </a:r>
            <a:r>
              <a:rPr lang="en-GB" sz="1200" dirty="0"/>
              <a:t> </a:t>
            </a:r>
            <a:r>
              <a:rPr lang="en-GB" sz="1200" dirty="0" err="1"/>
              <a:t>werden</a:t>
            </a:r>
            <a:r>
              <a:rPr lang="en-GB" sz="1200" dirty="0"/>
              <a:t>.</a:t>
            </a:r>
          </a:p>
          <a:p>
            <a:r>
              <a:rPr lang="en-GB" sz="1200" dirty="0"/>
              <a:t>Optional </a:t>
            </a:r>
            <a:r>
              <a:rPr lang="en-GB" sz="1200" dirty="0" err="1"/>
              <a:t>sind</a:t>
            </a:r>
            <a:r>
              <a:rPr lang="en-GB" sz="1200" dirty="0"/>
              <a:t> </a:t>
            </a:r>
            <a:r>
              <a:rPr lang="en-GB" sz="1200" dirty="0" err="1"/>
              <a:t>weitere</a:t>
            </a:r>
            <a:r>
              <a:rPr lang="en-GB" sz="1200" dirty="0"/>
              <a:t> </a:t>
            </a:r>
            <a:r>
              <a:rPr lang="en-GB" sz="1200" dirty="0" err="1"/>
              <a:t>Eskalationsstufen</a:t>
            </a:r>
            <a:r>
              <a:rPr lang="en-GB" sz="1200" dirty="0"/>
              <a:t> </a:t>
            </a:r>
            <a:r>
              <a:rPr lang="en-GB" sz="1200" dirty="0" err="1"/>
              <a:t>wie</a:t>
            </a:r>
            <a:r>
              <a:rPr lang="en-GB" sz="1200" dirty="0"/>
              <a:t> “Hunting” </a:t>
            </a:r>
            <a:r>
              <a:rPr lang="en-GB" sz="1200" dirty="0" err="1"/>
              <a:t>mit</a:t>
            </a:r>
            <a:r>
              <a:rPr lang="en-GB" sz="1200" dirty="0"/>
              <a:t> </a:t>
            </a:r>
            <a:r>
              <a:rPr lang="en-GB" sz="1200" dirty="0" err="1"/>
              <a:t>unseren</a:t>
            </a:r>
            <a:r>
              <a:rPr lang="en-GB" sz="1200" dirty="0"/>
              <a:t> </a:t>
            </a:r>
            <a:r>
              <a:rPr lang="en-GB" sz="1200" dirty="0" err="1"/>
              <a:t>Sicherheitsexperten</a:t>
            </a:r>
            <a:r>
              <a:rPr lang="en-GB" sz="1200" dirty="0"/>
              <a:t> der P3 cloud solutions GmbH </a:t>
            </a:r>
            <a:r>
              <a:rPr lang="en-GB" sz="1200" dirty="0" err="1"/>
              <a:t>oder</a:t>
            </a:r>
            <a:r>
              <a:rPr lang="en-GB" sz="1200" dirty="0"/>
              <a:t> </a:t>
            </a:r>
            <a:r>
              <a:rPr lang="en-GB" sz="1200" dirty="0" err="1"/>
              <a:t>automatiserte</a:t>
            </a:r>
            <a:r>
              <a:rPr lang="en-GB" sz="1200" dirty="0"/>
              <a:t> “</a:t>
            </a:r>
            <a:r>
              <a:rPr lang="en-GB" sz="1200" dirty="0" err="1"/>
              <a:t>Isolationsvorgänge</a:t>
            </a:r>
            <a:r>
              <a:rPr lang="en-GB" sz="1200" dirty="0"/>
              <a:t>” </a:t>
            </a:r>
            <a:r>
              <a:rPr lang="en-GB" sz="1200" dirty="0" err="1"/>
              <a:t>möglich</a:t>
            </a:r>
            <a:endParaRPr lang="en-GB" sz="1200" dirty="0"/>
          </a:p>
        </p:txBody>
      </p:sp>
      <p:grpSp>
        <p:nvGrpSpPr>
          <p:cNvPr id="63" name="Gruppieren 62">
            <a:extLst>
              <a:ext uri="{FF2B5EF4-FFF2-40B4-BE49-F238E27FC236}">
                <a16:creationId xmlns:a16="http://schemas.microsoft.com/office/drawing/2014/main" id="{8B4A175F-7BAB-439D-8662-EEBE1106B3E1}"/>
              </a:ext>
            </a:extLst>
          </p:cNvPr>
          <p:cNvGrpSpPr/>
          <p:nvPr/>
        </p:nvGrpSpPr>
        <p:grpSpPr>
          <a:xfrm>
            <a:off x="330830" y="2227105"/>
            <a:ext cx="390555" cy="346965"/>
            <a:chOff x="1978134" y="1745135"/>
            <a:chExt cx="883398" cy="784803"/>
          </a:xfrm>
        </p:grpSpPr>
        <p:sp>
          <p:nvSpPr>
            <p:cNvPr id="53" name="Rechteck 52">
              <a:extLst>
                <a:ext uri="{FF2B5EF4-FFF2-40B4-BE49-F238E27FC236}">
                  <a16:creationId xmlns:a16="http://schemas.microsoft.com/office/drawing/2014/main" id="{805395D8-7DB2-45A4-97D0-F2B6EE7C26DB}"/>
                </a:ext>
              </a:extLst>
            </p:cNvPr>
            <p:cNvSpPr/>
            <p:nvPr/>
          </p:nvSpPr>
          <p:spPr>
            <a:xfrm>
              <a:off x="2063023" y="1806600"/>
              <a:ext cx="601350" cy="428492"/>
            </a:xfrm>
            <a:prstGeom prst="rect">
              <a:avLst/>
            </a:prstGeom>
            <a:solidFill>
              <a:schemeClr val="bg1">
                <a:lumMod val="75000"/>
              </a:schemeClr>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de-DE" sz="1200"/>
            </a:p>
          </p:txBody>
        </p:sp>
        <p:sp>
          <p:nvSpPr>
            <p:cNvPr id="56" name="Ellipse 55">
              <a:extLst>
                <a:ext uri="{FF2B5EF4-FFF2-40B4-BE49-F238E27FC236}">
                  <a16:creationId xmlns:a16="http://schemas.microsoft.com/office/drawing/2014/main" id="{3EB226FA-D416-4D92-A08E-0DE76F258FCE}"/>
                </a:ext>
              </a:extLst>
            </p:cNvPr>
            <p:cNvSpPr/>
            <p:nvPr/>
          </p:nvSpPr>
          <p:spPr>
            <a:xfrm>
              <a:off x="2430080" y="2000052"/>
              <a:ext cx="396000" cy="396000"/>
            </a:xfrm>
            <a:prstGeom prst="ellipse">
              <a:avLst/>
            </a:prstGeom>
            <a:solidFill>
              <a:schemeClr val="bg1"/>
            </a:solidFill>
            <a:ln w="63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de-DE" sz="1200"/>
            </a:p>
          </p:txBody>
        </p:sp>
        <p:pic>
          <p:nvPicPr>
            <p:cNvPr id="52" name="Grafik 51" descr="Lupe">
              <a:extLst>
                <a:ext uri="{FF2B5EF4-FFF2-40B4-BE49-F238E27FC236}">
                  <a16:creationId xmlns:a16="http://schemas.microsoft.com/office/drawing/2014/main" id="{62D62C31-C3E1-4013-8575-EEFFA005F92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2311622" y="1980028"/>
              <a:ext cx="549910" cy="549910"/>
            </a:xfrm>
            <a:prstGeom prst="rect">
              <a:avLst/>
            </a:prstGeom>
          </p:spPr>
        </p:pic>
        <p:cxnSp>
          <p:nvCxnSpPr>
            <p:cNvPr id="58" name="Gerader Verbinder 57">
              <a:extLst>
                <a:ext uri="{FF2B5EF4-FFF2-40B4-BE49-F238E27FC236}">
                  <a16:creationId xmlns:a16="http://schemas.microsoft.com/office/drawing/2014/main" id="{D4413F7E-7F93-4607-9F9E-26B4AFA5F070}"/>
                </a:ext>
              </a:extLst>
            </p:cNvPr>
            <p:cNvCxnSpPr/>
            <p:nvPr/>
          </p:nvCxnSpPr>
          <p:spPr bwMode="gray">
            <a:xfrm flipV="1">
              <a:off x="2004220" y="1753817"/>
              <a:ext cx="0" cy="284578"/>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0" name="Gerader Verbinder 59">
              <a:extLst>
                <a:ext uri="{FF2B5EF4-FFF2-40B4-BE49-F238E27FC236}">
                  <a16:creationId xmlns:a16="http://schemas.microsoft.com/office/drawing/2014/main" id="{99AC817A-C4F8-4DD9-BFC7-00BCC822EC1F}"/>
                </a:ext>
              </a:extLst>
            </p:cNvPr>
            <p:cNvCxnSpPr>
              <a:cxnSpLocks/>
            </p:cNvCxnSpPr>
            <p:nvPr/>
          </p:nvCxnSpPr>
          <p:spPr bwMode="gray">
            <a:xfrm flipH="1">
              <a:off x="1978134" y="1745135"/>
              <a:ext cx="536985"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65" name="Textfeld 64">
            <a:extLst>
              <a:ext uri="{FF2B5EF4-FFF2-40B4-BE49-F238E27FC236}">
                <a16:creationId xmlns:a16="http://schemas.microsoft.com/office/drawing/2014/main" id="{B82F92C7-408E-44FA-A638-01A2F9CA7974}"/>
              </a:ext>
            </a:extLst>
          </p:cNvPr>
          <p:cNvSpPr txBox="1"/>
          <p:nvPr/>
        </p:nvSpPr>
        <p:spPr bwMode="gray">
          <a:xfrm>
            <a:off x="1037460" y="2286559"/>
            <a:ext cx="3716024" cy="276999"/>
          </a:xfrm>
          <a:prstGeom prst="rect">
            <a:avLst/>
          </a:prstGeom>
          <a:noFill/>
          <a:ln>
            <a:noFill/>
          </a:ln>
        </p:spPr>
        <p:txBody>
          <a:bodyPr wrap="square">
            <a:spAutoFit/>
          </a:bodyPr>
          <a:lstStyle/>
          <a:p>
            <a:pPr marL="0" lvl="1" fontAlgn="base">
              <a:spcBef>
                <a:spcPts val="400"/>
              </a:spcBef>
              <a:defRPr/>
            </a:pPr>
            <a:r>
              <a:rPr lang="en-US" sz="1200" b="1" dirty="0" err="1">
                <a:solidFill>
                  <a:srgbClr val="1A1A1A"/>
                </a:solidFill>
                <a:latin typeface="+mj-lt"/>
                <a:ea typeface="ＭＳ Ｐゴシック" charset="0"/>
                <a:cs typeface="Segoe UI" panose="020B0502040204020203" pitchFamily="34" charset="0"/>
              </a:rPr>
              <a:t>Protokollierte</a:t>
            </a:r>
            <a:r>
              <a:rPr lang="en-US" sz="1200" b="1" dirty="0">
                <a:solidFill>
                  <a:srgbClr val="1A1A1A"/>
                </a:solidFill>
                <a:latin typeface="+mj-lt"/>
                <a:ea typeface="ＭＳ Ｐゴシック" charset="0"/>
                <a:cs typeface="Segoe UI" panose="020B0502040204020203" pitchFamily="34" charset="0"/>
              </a:rPr>
              <a:t> </a:t>
            </a:r>
            <a:r>
              <a:rPr lang="en-US" sz="1200" b="1" dirty="0" err="1">
                <a:solidFill>
                  <a:srgbClr val="1A1A1A"/>
                </a:solidFill>
                <a:latin typeface="+mj-lt"/>
                <a:ea typeface="ＭＳ Ｐゴシック" charset="0"/>
                <a:cs typeface="Segoe UI" panose="020B0502040204020203" pitchFamily="34" charset="0"/>
              </a:rPr>
              <a:t>Vorgänge</a:t>
            </a:r>
            <a:r>
              <a:rPr lang="en-US" sz="1200" b="1" dirty="0">
                <a:solidFill>
                  <a:srgbClr val="1A1A1A"/>
                </a:solidFill>
                <a:latin typeface="+mj-lt"/>
                <a:ea typeface="ＭＳ Ｐゴシック" charset="0"/>
                <a:cs typeface="Segoe UI" panose="020B0502040204020203" pitchFamily="34" charset="0"/>
              </a:rPr>
              <a:t> und </a:t>
            </a:r>
            <a:r>
              <a:rPr lang="en-US" sz="1200" b="1" dirty="0" err="1">
                <a:solidFill>
                  <a:srgbClr val="1A1A1A"/>
                </a:solidFill>
                <a:latin typeface="+mj-lt"/>
                <a:ea typeface="ＭＳ Ｐゴシック" charset="0"/>
                <a:cs typeface="Segoe UI" panose="020B0502040204020203" pitchFamily="34" charset="0"/>
              </a:rPr>
              <a:t>Ereignisse</a:t>
            </a:r>
            <a:endParaRPr lang="en-US" sz="1100" b="1" dirty="0">
              <a:ln w="3175">
                <a:noFill/>
              </a:ln>
              <a:solidFill>
                <a:srgbClr val="1A1A1A"/>
              </a:solidFill>
              <a:cs typeface="Segoe UI Semilight" panose="020B0402040204020203" pitchFamily="34" charset="0"/>
            </a:endParaRPr>
          </a:p>
        </p:txBody>
      </p:sp>
      <p:sp>
        <p:nvSpPr>
          <p:cNvPr id="74" name="Textfeld 73">
            <a:extLst>
              <a:ext uri="{FF2B5EF4-FFF2-40B4-BE49-F238E27FC236}">
                <a16:creationId xmlns:a16="http://schemas.microsoft.com/office/drawing/2014/main" id="{0587A98A-6FEB-48F1-AEB5-153DE26A3CCA}"/>
              </a:ext>
            </a:extLst>
          </p:cNvPr>
          <p:cNvSpPr txBox="1"/>
          <p:nvPr/>
        </p:nvSpPr>
        <p:spPr bwMode="gray">
          <a:xfrm>
            <a:off x="1037460" y="1657510"/>
            <a:ext cx="3716024" cy="276999"/>
          </a:xfrm>
          <a:prstGeom prst="rect">
            <a:avLst/>
          </a:prstGeom>
          <a:noFill/>
          <a:ln>
            <a:noFill/>
          </a:ln>
        </p:spPr>
        <p:txBody>
          <a:bodyPr wrap="square">
            <a:spAutoFit/>
          </a:bodyPr>
          <a:lstStyle/>
          <a:p>
            <a:pPr marL="0" lvl="1" fontAlgn="base">
              <a:spcBef>
                <a:spcPts val="400"/>
              </a:spcBef>
              <a:defRPr/>
            </a:pPr>
            <a:r>
              <a:rPr lang="en-US" sz="1200" b="1" dirty="0" err="1">
                <a:solidFill>
                  <a:srgbClr val="1A1A1A"/>
                </a:solidFill>
                <a:latin typeface="+mj-lt"/>
                <a:ea typeface="ＭＳ Ｐゴシック" charset="0"/>
                <a:cs typeface="Segoe UI" panose="020B0502040204020203" pitchFamily="34" charset="0"/>
              </a:rPr>
              <a:t>Sicherheit</a:t>
            </a:r>
            <a:r>
              <a:rPr lang="en-US" sz="1200" b="1" dirty="0">
                <a:solidFill>
                  <a:srgbClr val="1A1A1A"/>
                </a:solidFill>
                <a:latin typeface="+mj-lt"/>
                <a:ea typeface="ＭＳ Ｐゴシック" charset="0"/>
                <a:cs typeface="Segoe UI" panose="020B0502040204020203" pitchFamily="34" charset="0"/>
              </a:rPr>
              <a:t> </a:t>
            </a:r>
            <a:r>
              <a:rPr lang="en-US" sz="1200" b="1" dirty="0" err="1">
                <a:solidFill>
                  <a:srgbClr val="1A1A1A"/>
                </a:solidFill>
                <a:latin typeface="+mj-lt"/>
                <a:ea typeface="ＭＳ Ｐゴシック" charset="0"/>
                <a:cs typeface="Segoe UI" panose="020B0502040204020203" pitchFamily="34" charset="0"/>
              </a:rPr>
              <a:t>durch</a:t>
            </a:r>
            <a:r>
              <a:rPr lang="en-US" sz="1200" b="1" dirty="0">
                <a:solidFill>
                  <a:srgbClr val="1A1A1A"/>
                </a:solidFill>
                <a:latin typeface="+mj-lt"/>
                <a:ea typeface="ＭＳ Ｐゴシック" charset="0"/>
                <a:cs typeface="Segoe UI" panose="020B0502040204020203" pitchFamily="34" charset="0"/>
              </a:rPr>
              <a:t> </a:t>
            </a:r>
            <a:r>
              <a:rPr lang="en-US" sz="1200" b="1" dirty="0" err="1">
                <a:solidFill>
                  <a:srgbClr val="1A1A1A"/>
                </a:solidFill>
                <a:latin typeface="+mj-lt"/>
                <a:ea typeface="ＭＳ Ｐゴシック" charset="0"/>
                <a:cs typeface="Segoe UI" panose="020B0502040204020203" pitchFamily="34" charset="0"/>
              </a:rPr>
              <a:t>automatiserte</a:t>
            </a:r>
            <a:r>
              <a:rPr lang="en-US" sz="1200" b="1" dirty="0">
                <a:solidFill>
                  <a:srgbClr val="1A1A1A"/>
                </a:solidFill>
                <a:latin typeface="+mj-lt"/>
                <a:ea typeface="ＭＳ Ｐゴシック" charset="0"/>
                <a:cs typeface="Segoe UI" panose="020B0502040204020203" pitchFamily="34" charset="0"/>
              </a:rPr>
              <a:t> </a:t>
            </a:r>
            <a:r>
              <a:rPr lang="en-US" sz="1200" b="1" dirty="0" err="1">
                <a:solidFill>
                  <a:srgbClr val="1A1A1A"/>
                </a:solidFill>
                <a:latin typeface="+mj-lt"/>
                <a:ea typeface="ＭＳ Ｐゴシック" charset="0"/>
                <a:cs typeface="Segoe UI" panose="020B0502040204020203" pitchFamily="34" charset="0"/>
              </a:rPr>
              <a:t>Erkennung</a:t>
            </a:r>
            <a:endParaRPr lang="en-US" sz="1100" b="1" dirty="0">
              <a:ln w="3175">
                <a:noFill/>
              </a:ln>
              <a:solidFill>
                <a:srgbClr val="1A1A1A"/>
              </a:solidFill>
              <a:cs typeface="Segoe UI Semilight" panose="020B0402040204020203" pitchFamily="34" charset="0"/>
            </a:endParaRPr>
          </a:p>
        </p:txBody>
      </p:sp>
      <p:sp>
        <p:nvSpPr>
          <p:cNvPr id="76" name="Textfeld 75">
            <a:extLst>
              <a:ext uri="{FF2B5EF4-FFF2-40B4-BE49-F238E27FC236}">
                <a16:creationId xmlns:a16="http://schemas.microsoft.com/office/drawing/2014/main" id="{FEFE2EDC-3EE1-463C-84AE-0EEA8D0E5B30}"/>
              </a:ext>
            </a:extLst>
          </p:cNvPr>
          <p:cNvSpPr txBox="1"/>
          <p:nvPr/>
        </p:nvSpPr>
        <p:spPr bwMode="gray">
          <a:xfrm>
            <a:off x="1037460" y="2832070"/>
            <a:ext cx="3716024" cy="276999"/>
          </a:xfrm>
          <a:prstGeom prst="rect">
            <a:avLst/>
          </a:prstGeom>
          <a:noFill/>
          <a:ln>
            <a:noFill/>
          </a:ln>
        </p:spPr>
        <p:txBody>
          <a:bodyPr wrap="square">
            <a:spAutoFit/>
          </a:bodyPr>
          <a:lstStyle/>
          <a:p>
            <a:pPr marL="0" lvl="1" fontAlgn="base">
              <a:spcBef>
                <a:spcPts val="400"/>
              </a:spcBef>
              <a:defRPr/>
            </a:pPr>
            <a:r>
              <a:rPr lang="en-US" sz="1200" b="1" dirty="0" err="1">
                <a:solidFill>
                  <a:srgbClr val="1A1A1A"/>
                </a:solidFill>
                <a:latin typeface="+mj-lt"/>
                <a:ea typeface="ＭＳ Ｐゴシック" charset="0"/>
                <a:cs typeface="Segoe UI" panose="020B0502040204020203" pitchFamily="34" charset="0"/>
              </a:rPr>
              <a:t>Identifizieren</a:t>
            </a:r>
            <a:r>
              <a:rPr lang="en-US" sz="1200" b="1" dirty="0">
                <a:solidFill>
                  <a:srgbClr val="1A1A1A"/>
                </a:solidFill>
                <a:latin typeface="+mj-lt"/>
                <a:ea typeface="ＭＳ Ｐゴシック" charset="0"/>
                <a:cs typeface="Segoe UI" panose="020B0502040204020203" pitchFamily="34" charset="0"/>
              </a:rPr>
              <a:t> und </a:t>
            </a:r>
            <a:r>
              <a:rPr lang="en-US" sz="1200" b="1" dirty="0" err="1">
                <a:solidFill>
                  <a:srgbClr val="1A1A1A"/>
                </a:solidFill>
                <a:latin typeface="+mj-lt"/>
                <a:ea typeface="ＭＳ Ｐゴシック" charset="0"/>
                <a:cs typeface="Segoe UI" panose="020B0502040204020203" pitchFamily="34" charset="0"/>
              </a:rPr>
              <a:t>Kontrollieren</a:t>
            </a:r>
            <a:endParaRPr lang="en-US" sz="1100" b="1" dirty="0">
              <a:ln w="3175">
                <a:noFill/>
              </a:ln>
              <a:solidFill>
                <a:srgbClr val="1A1A1A"/>
              </a:solidFill>
              <a:cs typeface="Segoe UI Semilight" panose="020B0402040204020203" pitchFamily="34" charset="0"/>
            </a:endParaRPr>
          </a:p>
        </p:txBody>
      </p:sp>
      <p:sp>
        <p:nvSpPr>
          <p:cNvPr id="78" name="Textfeld 77">
            <a:extLst>
              <a:ext uri="{FF2B5EF4-FFF2-40B4-BE49-F238E27FC236}">
                <a16:creationId xmlns:a16="http://schemas.microsoft.com/office/drawing/2014/main" id="{A0B4741C-CFCB-46C0-B419-D1ED1DA22826}"/>
              </a:ext>
            </a:extLst>
          </p:cNvPr>
          <p:cNvSpPr txBox="1"/>
          <p:nvPr/>
        </p:nvSpPr>
        <p:spPr bwMode="gray">
          <a:xfrm>
            <a:off x="1037460" y="3396879"/>
            <a:ext cx="3716024" cy="276999"/>
          </a:xfrm>
          <a:prstGeom prst="rect">
            <a:avLst/>
          </a:prstGeom>
          <a:noFill/>
          <a:ln>
            <a:noFill/>
          </a:ln>
        </p:spPr>
        <p:txBody>
          <a:bodyPr wrap="square">
            <a:spAutoFit/>
          </a:bodyPr>
          <a:lstStyle/>
          <a:p>
            <a:pPr marL="0" lvl="1" fontAlgn="base">
              <a:spcBef>
                <a:spcPts val="400"/>
              </a:spcBef>
              <a:defRPr/>
            </a:pPr>
            <a:r>
              <a:rPr lang="en-US" sz="1200" b="1" dirty="0" err="1">
                <a:solidFill>
                  <a:srgbClr val="1A1A1A"/>
                </a:solidFill>
                <a:latin typeface="+mj-lt"/>
                <a:ea typeface="ＭＳ Ｐゴシック" charset="0"/>
                <a:cs typeface="Segoe UI" panose="020B0502040204020203" pitchFamily="34" charset="0"/>
              </a:rPr>
              <a:t>Einhaltung</a:t>
            </a:r>
            <a:r>
              <a:rPr lang="en-US" sz="1200" b="1" dirty="0">
                <a:solidFill>
                  <a:srgbClr val="1A1A1A"/>
                </a:solidFill>
                <a:latin typeface="+mj-lt"/>
                <a:ea typeface="ＭＳ Ｐゴシック" charset="0"/>
                <a:cs typeface="Segoe UI" panose="020B0502040204020203" pitchFamily="34" charset="0"/>
              </a:rPr>
              <a:t> </a:t>
            </a:r>
            <a:r>
              <a:rPr lang="en-US" sz="1200" b="1" dirty="0" err="1">
                <a:solidFill>
                  <a:srgbClr val="1A1A1A"/>
                </a:solidFill>
                <a:latin typeface="+mj-lt"/>
                <a:ea typeface="ＭＳ Ｐゴシック" charset="0"/>
                <a:cs typeface="Segoe UI" panose="020B0502040204020203" pitchFamily="34" charset="0"/>
              </a:rPr>
              <a:t>gesetzlicher</a:t>
            </a:r>
            <a:r>
              <a:rPr lang="en-US" sz="1200" b="1" dirty="0">
                <a:solidFill>
                  <a:srgbClr val="1A1A1A"/>
                </a:solidFill>
                <a:latin typeface="+mj-lt"/>
                <a:ea typeface="ＭＳ Ｐゴシック" charset="0"/>
                <a:cs typeface="Segoe UI" panose="020B0502040204020203" pitchFamily="34" charset="0"/>
              </a:rPr>
              <a:t> </a:t>
            </a:r>
            <a:r>
              <a:rPr lang="en-US" sz="1200" b="1" dirty="0" err="1">
                <a:solidFill>
                  <a:srgbClr val="1A1A1A"/>
                </a:solidFill>
                <a:latin typeface="+mj-lt"/>
                <a:ea typeface="ＭＳ Ｐゴシック" charset="0"/>
                <a:cs typeface="Segoe UI" panose="020B0502040204020203" pitchFamily="34" charset="0"/>
              </a:rPr>
              <a:t>Vorgaben</a:t>
            </a:r>
            <a:r>
              <a:rPr lang="en-US" sz="1200" b="1" dirty="0">
                <a:solidFill>
                  <a:srgbClr val="1A1A1A"/>
                </a:solidFill>
                <a:latin typeface="+mj-lt"/>
                <a:ea typeface="ＭＳ Ｐゴシック" charset="0"/>
                <a:cs typeface="Segoe UI" panose="020B0502040204020203" pitchFamily="34" charset="0"/>
              </a:rPr>
              <a:t> und </a:t>
            </a:r>
            <a:r>
              <a:rPr lang="en-US" sz="1200" b="1" dirty="0" err="1">
                <a:solidFill>
                  <a:srgbClr val="1A1A1A"/>
                </a:solidFill>
                <a:latin typeface="+mj-lt"/>
                <a:ea typeface="ＭＳ Ｐゴシック" charset="0"/>
                <a:cs typeface="Segoe UI" panose="020B0502040204020203" pitchFamily="34" charset="0"/>
              </a:rPr>
              <a:t>Richtlinien</a:t>
            </a:r>
            <a:endParaRPr lang="en-US" sz="1100" b="1" dirty="0">
              <a:ln w="3175">
                <a:noFill/>
              </a:ln>
              <a:solidFill>
                <a:srgbClr val="1A1A1A"/>
              </a:solidFill>
              <a:cs typeface="Segoe UI Semilight" panose="020B0402040204020203" pitchFamily="34" charset="0"/>
            </a:endParaRPr>
          </a:p>
        </p:txBody>
      </p:sp>
      <p:sp>
        <p:nvSpPr>
          <p:cNvPr id="80" name="Textfeld 79">
            <a:extLst>
              <a:ext uri="{FF2B5EF4-FFF2-40B4-BE49-F238E27FC236}">
                <a16:creationId xmlns:a16="http://schemas.microsoft.com/office/drawing/2014/main" id="{BC177F48-A103-46AC-AE76-7CDA0CFCEBF0}"/>
              </a:ext>
            </a:extLst>
          </p:cNvPr>
          <p:cNvSpPr txBox="1"/>
          <p:nvPr/>
        </p:nvSpPr>
        <p:spPr bwMode="gray">
          <a:xfrm>
            <a:off x="1037460" y="4079965"/>
            <a:ext cx="3716024" cy="276999"/>
          </a:xfrm>
          <a:prstGeom prst="rect">
            <a:avLst/>
          </a:prstGeom>
          <a:noFill/>
          <a:ln>
            <a:noFill/>
          </a:ln>
        </p:spPr>
        <p:txBody>
          <a:bodyPr wrap="square">
            <a:spAutoFit/>
          </a:bodyPr>
          <a:lstStyle/>
          <a:p>
            <a:pPr marL="0" lvl="1" fontAlgn="base">
              <a:spcBef>
                <a:spcPts val="400"/>
              </a:spcBef>
              <a:defRPr/>
            </a:pPr>
            <a:r>
              <a:rPr lang="en-US" sz="1200" b="1" dirty="0" err="1">
                <a:ln w="3175">
                  <a:noFill/>
                </a:ln>
                <a:solidFill>
                  <a:srgbClr val="1A1A1A"/>
                </a:solidFill>
                <a:latin typeface="+mj-lt"/>
                <a:ea typeface="ＭＳ Ｐゴシック" charset="0"/>
                <a:cs typeface="Segoe UI" panose="020B0502040204020203" pitchFamily="34" charset="0"/>
              </a:rPr>
              <a:t>Monatliche</a:t>
            </a:r>
            <a:r>
              <a:rPr lang="en-US" sz="1200" b="1" dirty="0">
                <a:ln w="3175">
                  <a:noFill/>
                </a:ln>
                <a:solidFill>
                  <a:srgbClr val="1A1A1A"/>
                </a:solidFill>
                <a:latin typeface="+mj-lt"/>
                <a:ea typeface="ＭＳ Ｐゴシック" charset="0"/>
                <a:cs typeface="Segoe UI" panose="020B0502040204020203" pitchFamily="34" charset="0"/>
              </a:rPr>
              <a:t> </a:t>
            </a:r>
            <a:r>
              <a:rPr lang="en-US" sz="1200" b="1" dirty="0" err="1">
                <a:ln w="3175">
                  <a:noFill/>
                </a:ln>
                <a:solidFill>
                  <a:srgbClr val="1A1A1A"/>
                </a:solidFill>
                <a:latin typeface="+mj-lt"/>
                <a:ea typeface="ＭＳ Ｐゴシック" charset="0"/>
                <a:cs typeface="Segoe UI" panose="020B0502040204020203" pitchFamily="34" charset="0"/>
              </a:rPr>
              <a:t>Berichte</a:t>
            </a:r>
            <a:endParaRPr lang="en-US" sz="1100" b="1" dirty="0">
              <a:ln w="3175">
                <a:noFill/>
              </a:ln>
              <a:solidFill>
                <a:srgbClr val="1A1A1A"/>
              </a:solidFill>
              <a:cs typeface="Segoe UI Semilight" panose="020B0402040204020203" pitchFamily="34" charset="0"/>
            </a:endParaRPr>
          </a:p>
        </p:txBody>
      </p:sp>
      <p:grpSp>
        <p:nvGrpSpPr>
          <p:cNvPr id="87" name="Gruppieren 86">
            <a:extLst>
              <a:ext uri="{FF2B5EF4-FFF2-40B4-BE49-F238E27FC236}">
                <a16:creationId xmlns:a16="http://schemas.microsoft.com/office/drawing/2014/main" id="{CBD0FB57-8759-47B9-9995-5E83C0AB374F}"/>
              </a:ext>
            </a:extLst>
          </p:cNvPr>
          <p:cNvGrpSpPr/>
          <p:nvPr/>
        </p:nvGrpSpPr>
        <p:grpSpPr>
          <a:xfrm>
            <a:off x="342039" y="4041904"/>
            <a:ext cx="361156" cy="360000"/>
            <a:chOff x="1303338" y="3910013"/>
            <a:chExt cx="490538" cy="498475"/>
          </a:xfrm>
        </p:grpSpPr>
        <p:sp>
          <p:nvSpPr>
            <p:cNvPr id="82" name="Freeform 5">
              <a:extLst>
                <a:ext uri="{FF2B5EF4-FFF2-40B4-BE49-F238E27FC236}">
                  <a16:creationId xmlns:a16="http://schemas.microsoft.com/office/drawing/2014/main" id="{3B18ED18-DAEE-4C16-9412-9EF84DC3BBB4}"/>
                </a:ext>
              </a:extLst>
            </p:cNvPr>
            <p:cNvSpPr>
              <a:spLocks/>
            </p:cNvSpPr>
            <p:nvPr/>
          </p:nvSpPr>
          <p:spPr bwMode="auto">
            <a:xfrm>
              <a:off x="1303338" y="4246563"/>
              <a:ext cx="490538" cy="161925"/>
            </a:xfrm>
            <a:custGeom>
              <a:avLst/>
              <a:gdLst>
                <a:gd name="T0" fmla="*/ 257 w 308"/>
                <a:gd name="T1" fmla="*/ 0 h 102"/>
                <a:gd name="T2" fmla="*/ 257 w 308"/>
                <a:gd name="T3" fmla="*/ 0 h 102"/>
                <a:gd name="T4" fmla="*/ 154 w 308"/>
                <a:gd name="T5" fmla="*/ 52 h 102"/>
                <a:gd name="T6" fmla="*/ 50 w 308"/>
                <a:gd name="T7" fmla="*/ 0 h 102"/>
                <a:gd name="T8" fmla="*/ 0 w 308"/>
                <a:gd name="T9" fmla="*/ 25 h 102"/>
                <a:gd name="T10" fmla="*/ 154 w 308"/>
                <a:gd name="T11" fmla="*/ 102 h 102"/>
                <a:gd name="T12" fmla="*/ 308 w 308"/>
                <a:gd name="T13" fmla="*/ 25 h 102"/>
                <a:gd name="T14" fmla="*/ 257 w 308"/>
                <a:gd name="T15" fmla="*/ 0 h 1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8" h="102">
                  <a:moveTo>
                    <a:pt x="257" y="0"/>
                  </a:moveTo>
                  <a:lnTo>
                    <a:pt x="257" y="0"/>
                  </a:lnTo>
                  <a:lnTo>
                    <a:pt x="154" y="52"/>
                  </a:lnTo>
                  <a:lnTo>
                    <a:pt x="50" y="0"/>
                  </a:lnTo>
                  <a:lnTo>
                    <a:pt x="0" y="25"/>
                  </a:lnTo>
                  <a:lnTo>
                    <a:pt x="154" y="102"/>
                  </a:lnTo>
                  <a:lnTo>
                    <a:pt x="308" y="25"/>
                  </a:lnTo>
                  <a:lnTo>
                    <a:pt x="257" y="0"/>
                  </a:lnTo>
                  <a:close/>
                </a:path>
              </a:pathLst>
            </a:custGeom>
            <a:solidFill>
              <a:srgbClr val="ED1A3B"/>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de-DE"/>
            </a:p>
          </p:txBody>
        </p:sp>
        <p:sp>
          <p:nvSpPr>
            <p:cNvPr id="84" name="Freeform 6">
              <a:extLst>
                <a:ext uri="{FF2B5EF4-FFF2-40B4-BE49-F238E27FC236}">
                  <a16:creationId xmlns:a16="http://schemas.microsoft.com/office/drawing/2014/main" id="{00CDDBED-9D3C-4A91-BCE3-E37D33381BAC}"/>
                </a:ext>
              </a:extLst>
            </p:cNvPr>
            <p:cNvSpPr>
              <a:spLocks/>
            </p:cNvSpPr>
            <p:nvPr/>
          </p:nvSpPr>
          <p:spPr bwMode="auto">
            <a:xfrm>
              <a:off x="1303338" y="4119563"/>
              <a:ext cx="490538" cy="161925"/>
            </a:xfrm>
            <a:custGeom>
              <a:avLst/>
              <a:gdLst>
                <a:gd name="T0" fmla="*/ 257 w 308"/>
                <a:gd name="T1" fmla="*/ 0 h 102"/>
                <a:gd name="T2" fmla="*/ 257 w 308"/>
                <a:gd name="T3" fmla="*/ 0 h 102"/>
                <a:gd name="T4" fmla="*/ 154 w 308"/>
                <a:gd name="T5" fmla="*/ 52 h 102"/>
                <a:gd name="T6" fmla="*/ 50 w 308"/>
                <a:gd name="T7" fmla="*/ 0 h 102"/>
                <a:gd name="T8" fmla="*/ 0 w 308"/>
                <a:gd name="T9" fmla="*/ 25 h 102"/>
                <a:gd name="T10" fmla="*/ 154 w 308"/>
                <a:gd name="T11" fmla="*/ 102 h 102"/>
                <a:gd name="T12" fmla="*/ 308 w 308"/>
                <a:gd name="T13" fmla="*/ 25 h 102"/>
                <a:gd name="T14" fmla="*/ 257 w 308"/>
                <a:gd name="T15" fmla="*/ 0 h 1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8" h="102">
                  <a:moveTo>
                    <a:pt x="257" y="0"/>
                  </a:moveTo>
                  <a:lnTo>
                    <a:pt x="257" y="0"/>
                  </a:lnTo>
                  <a:lnTo>
                    <a:pt x="154" y="52"/>
                  </a:lnTo>
                  <a:lnTo>
                    <a:pt x="50" y="0"/>
                  </a:lnTo>
                  <a:lnTo>
                    <a:pt x="0" y="25"/>
                  </a:lnTo>
                  <a:lnTo>
                    <a:pt x="154" y="102"/>
                  </a:lnTo>
                  <a:lnTo>
                    <a:pt x="308" y="25"/>
                  </a:lnTo>
                  <a:lnTo>
                    <a:pt x="257" y="0"/>
                  </a:lnTo>
                  <a:close/>
                </a:path>
              </a:pathLst>
            </a:custGeom>
            <a:solidFill>
              <a:srgbClr val="2F2F2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de-DE"/>
            </a:p>
          </p:txBody>
        </p:sp>
        <p:sp>
          <p:nvSpPr>
            <p:cNvPr id="86" name="Freeform 7">
              <a:extLst>
                <a:ext uri="{FF2B5EF4-FFF2-40B4-BE49-F238E27FC236}">
                  <a16:creationId xmlns:a16="http://schemas.microsoft.com/office/drawing/2014/main" id="{F8C918EC-7BE0-4750-A397-DCE1EEA4320B}"/>
                </a:ext>
              </a:extLst>
            </p:cNvPr>
            <p:cNvSpPr>
              <a:spLocks/>
            </p:cNvSpPr>
            <p:nvPr/>
          </p:nvSpPr>
          <p:spPr bwMode="auto">
            <a:xfrm>
              <a:off x="1303338" y="3910013"/>
              <a:ext cx="490538" cy="244475"/>
            </a:xfrm>
            <a:custGeom>
              <a:avLst/>
              <a:gdLst>
                <a:gd name="T0" fmla="*/ 154 w 308"/>
                <a:gd name="T1" fmla="*/ 0 h 154"/>
                <a:gd name="T2" fmla="*/ 154 w 308"/>
                <a:gd name="T3" fmla="*/ 0 h 154"/>
                <a:gd name="T4" fmla="*/ 0 w 308"/>
                <a:gd name="T5" fmla="*/ 77 h 154"/>
                <a:gd name="T6" fmla="*/ 154 w 308"/>
                <a:gd name="T7" fmla="*/ 154 h 154"/>
                <a:gd name="T8" fmla="*/ 308 w 308"/>
                <a:gd name="T9" fmla="*/ 77 h 154"/>
                <a:gd name="T10" fmla="*/ 154 w 308"/>
                <a:gd name="T11" fmla="*/ 0 h 154"/>
              </a:gdLst>
              <a:ahLst/>
              <a:cxnLst>
                <a:cxn ang="0">
                  <a:pos x="T0" y="T1"/>
                </a:cxn>
                <a:cxn ang="0">
                  <a:pos x="T2" y="T3"/>
                </a:cxn>
                <a:cxn ang="0">
                  <a:pos x="T4" y="T5"/>
                </a:cxn>
                <a:cxn ang="0">
                  <a:pos x="T6" y="T7"/>
                </a:cxn>
                <a:cxn ang="0">
                  <a:pos x="T8" y="T9"/>
                </a:cxn>
                <a:cxn ang="0">
                  <a:pos x="T10" y="T11"/>
                </a:cxn>
              </a:cxnLst>
              <a:rect l="0" t="0" r="r" b="b"/>
              <a:pathLst>
                <a:path w="308" h="154">
                  <a:moveTo>
                    <a:pt x="154" y="0"/>
                  </a:moveTo>
                  <a:lnTo>
                    <a:pt x="154" y="0"/>
                  </a:lnTo>
                  <a:lnTo>
                    <a:pt x="0" y="77"/>
                  </a:lnTo>
                  <a:lnTo>
                    <a:pt x="154" y="154"/>
                  </a:lnTo>
                  <a:lnTo>
                    <a:pt x="308" y="77"/>
                  </a:lnTo>
                  <a:lnTo>
                    <a:pt x="154" y="0"/>
                  </a:lnTo>
                  <a:close/>
                </a:path>
              </a:pathLst>
            </a:custGeom>
            <a:solidFill>
              <a:srgbClr val="C1C1C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de-DE"/>
            </a:p>
          </p:txBody>
        </p:sp>
      </p:grpSp>
      <p:grpSp>
        <p:nvGrpSpPr>
          <p:cNvPr id="88" name="Group 10" descr="Icon of compliant devices">
            <a:extLst>
              <a:ext uri="{FF2B5EF4-FFF2-40B4-BE49-F238E27FC236}">
                <a16:creationId xmlns:a16="http://schemas.microsoft.com/office/drawing/2014/main" id="{BDA11D8E-EFE0-45BC-9444-E36EF47C497B}"/>
              </a:ext>
            </a:extLst>
          </p:cNvPr>
          <p:cNvGrpSpPr>
            <a:grpSpLocks noChangeAspect="1"/>
          </p:cNvGrpSpPr>
          <p:nvPr/>
        </p:nvGrpSpPr>
        <p:grpSpPr bwMode="auto">
          <a:xfrm>
            <a:off x="342617" y="3433311"/>
            <a:ext cx="360000" cy="358973"/>
            <a:chOff x="337" y="2960"/>
            <a:chExt cx="350" cy="349"/>
          </a:xfrm>
        </p:grpSpPr>
        <p:sp>
          <p:nvSpPr>
            <p:cNvPr id="89" name="Freeform 11">
              <a:extLst>
                <a:ext uri="{FF2B5EF4-FFF2-40B4-BE49-F238E27FC236}">
                  <a16:creationId xmlns:a16="http://schemas.microsoft.com/office/drawing/2014/main" id="{A9CAFAAB-3BCF-4AE2-A9EF-2440802F5B0F}"/>
                </a:ext>
              </a:extLst>
            </p:cNvPr>
            <p:cNvSpPr>
              <a:spLocks noEditPoints="1"/>
            </p:cNvSpPr>
            <p:nvPr/>
          </p:nvSpPr>
          <p:spPr bwMode="auto">
            <a:xfrm>
              <a:off x="338" y="3149"/>
              <a:ext cx="66" cy="121"/>
            </a:xfrm>
            <a:custGeom>
              <a:avLst/>
              <a:gdLst>
                <a:gd name="T0" fmla="*/ 0 w 80"/>
                <a:gd name="T1" fmla="*/ 0 h 147"/>
                <a:gd name="T2" fmla="*/ 0 w 80"/>
                <a:gd name="T3" fmla="*/ 0 h 147"/>
                <a:gd name="T4" fmla="*/ 0 w 80"/>
                <a:gd name="T5" fmla="*/ 128 h 147"/>
                <a:gd name="T6" fmla="*/ 0 w 80"/>
                <a:gd name="T7" fmla="*/ 147 h 147"/>
                <a:gd name="T8" fmla="*/ 80 w 80"/>
                <a:gd name="T9" fmla="*/ 147 h 147"/>
                <a:gd name="T10" fmla="*/ 80 w 80"/>
                <a:gd name="T11" fmla="*/ 128 h 147"/>
                <a:gd name="T12" fmla="*/ 80 w 80"/>
                <a:gd name="T13" fmla="*/ 0 h 147"/>
                <a:gd name="T14" fmla="*/ 0 w 80"/>
                <a:gd name="T15" fmla="*/ 0 h 147"/>
                <a:gd name="T16" fmla="*/ 23 w 80"/>
                <a:gd name="T17" fmla="*/ 128 h 147"/>
                <a:gd name="T18" fmla="*/ 23 w 80"/>
                <a:gd name="T19" fmla="*/ 128 h 147"/>
                <a:gd name="T20" fmla="*/ 23 w 80"/>
                <a:gd name="T21" fmla="*/ 107 h 147"/>
                <a:gd name="T22" fmla="*/ 50 w 80"/>
                <a:gd name="T23" fmla="*/ 107 h 147"/>
                <a:gd name="T24" fmla="*/ 50 w 80"/>
                <a:gd name="T25" fmla="*/ 128 h 147"/>
                <a:gd name="T26" fmla="*/ 50 w 80"/>
                <a:gd name="T27" fmla="*/ 133 h 147"/>
                <a:gd name="T28" fmla="*/ 23 w 80"/>
                <a:gd name="T29" fmla="*/ 133 h 147"/>
                <a:gd name="T30" fmla="*/ 23 w 80"/>
                <a:gd name="T31" fmla="*/ 128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0" h="147">
                  <a:moveTo>
                    <a:pt x="0" y="0"/>
                  </a:moveTo>
                  <a:lnTo>
                    <a:pt x="0" y="0"/>
                  </a:lnTo>
                  <a:lnTo>
                    <a:pt x="0" y="128"/>
                  </a:lnTo>
                  <a:lnTo>
                    <a:pt x="0" y="147"/>
                  </a:lnTo>
                  <a:lnTo>
                    <a:pt x="80" y="147"/>
                  </a:lnTo>
                  <a:lnTo>
                    <a:pt x="80" y="128"/>
                  </a:lnTo>
                  <a:lnTo>
                    <a:pt x="80" y="0"/>
                  </a:lnTo>
                  <a:lnTo>
                    <a:pt x="0" y="0"/>
                  </a:lnTo>
                  <a:close/>
                  <a:moveTo>
                    <a:pt x="23" y="128"/>
                  </a:moveTo>
                  <a:lnTo>
                    <a:pt x="23" y="128"/>
                  </a:lnTo>
                  <a:lnTo>
                    <a:pt x="23" y="107"/>
                  </a:lnTo>
                  <a:lnTo>
                    <a:pt x="50" y="107"/>
                  </a:lnTo>
                  <a:lnTo>
                    <a:pt x="50" y="128"/>
                  </a:lnTo>
                  <a:lnTo>
                    <a:pt x="50" y="133"/>
                  </a:lnTo>
                  <a:lnTo>
                    <a:pt x="23" y="133"/>
                  </a:lnTo>
                  <a:lnTo>
                    <a:pt x="23" y="128"/>
                  </a:lnTo>
                  <a:close/>
                </a:path>
              </a:pathLst>
            </a:custGeom>
            <a:solidFill>
              <a:srgbClr val="C1C1C1"/>
            </a:solidFill>
            <a:ln w="0">
              <a:noFill/>
              <a:prstDash val="solid"/>
              <a:round/>
              <a:headEnd/>
              <a:tailEnd/>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0" name="Freeform 12">
              <a:extLst>
                <a:ext uri="{FF2B5EF4-FFF2-40B4-BE49-F238E27FC236}">
                  <a16:creationId xmlns:a16="http://schemas.microsoft.com/office/drawing/2014/main" id="{967C8C52-593A-4FBA-B6DF-BBC05D1D1D98}"/>
                </a:ext>
              </a:extLst>
            </p:cNvPr>
            <p:cNvSpPr>
              <a:spLocks noEditPoints="1"/>
            </p:cNvSpPr>
            <p:nvPr/>
          </p:nvSpPr>
          <p:spPr bwMode="auto">
            <a:xfrm>
              <a:off x="528" y="3156"/>
              <a:ext cx="154" cy="110"/>
            </a:xfrm>
            <a:custGeom>
              <a:avLst/>
              <a:gdLst>
                <a:gd name="T0" fmla="*/ 171 w 187"/>
                <a:gd name="T1" fmla="*/ 0 h 133"/>
                <a:gd name="T2" fmla="*/ 171 w 187"/>
                <a:gd name="T3" fmla="*/ 0 h 133"/>
                <a:gd name="T4" fmla="*/ 0 w 187"/>
                <a:gd name="T5" fmla="*/ 0 h 133"/>
                <a:gd name="T6" fmla="*/ 0 w 187"/>
                <a:gd name="T7" fmla="*/ 120 h 133"/>
                <a:gd name="T8" fmla="*/ 0 w 187"/>
                <a:gd name="T9" fmla="*/ 133 h 133"/>
                <a:gd name="T10" fmla="*/ 187 w 187"/>
                <a:gd name="T11" fmla="*/ 133 h 133"/>
                <a:gd name="T12" fmla="*/ 187 w 187"/>
                <a:gd name="T13" fmla="*/ 0 h 133"/>
                <a:gd name="T14" fmla="*/ 171 w 187"/>
                <a:gd name="T15" fmla="*/ 0 h 133"/>
                <a:gd name="T16" fmla="*/ 71 w 187"/>
                <a:gd name="T17" fmla="*/ 120 h 133"/>
                <a:gd name="T18" fmla="*/ 71 w 187"/>
                <a:gd name="T19" fmla="*/ 120 h 133"/>
                <a:gd name="T20" fmla="*/ 71 w 187"/>
                <a:gd name="T21" fmla="*/ 93 h 133"/>
                <a:gd name="T22" fmla="*/ 111 w 187"/>
                <a:gd name="T23" fmla="*/ 93 h 133"/>
                <a:gd name="T24" fmla="*/ 111 w 187"/>
                <a:gd name="T25" fmla="*/ 120 h 133"/>
                <a:gd name="T26" fmla="*/ 111 w 187"/>
                <a:gd name="T27" fmla="*/ 120 h 133"/>
                <a:gd name="T28" fmla="*/ 71 w 187"/>
                <a:gd name="T29" fmla="*/ 120 h 133"/>
                <a:gd name="T30" fmla="*/ 71 w 187"/>
                <a:gd name="T31" fmla="*/ 120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7" h="133">
                  <a:moveTo>
                    <a:pt x="171" y="0"/>
                  </a:moveTo>
                  <a:lnTo>
                    <a:pt x="171" y="0"/>
                  </a:lnTo>
                  <a:lnTo>
                    <a:pt x="0" y="0"/>
                  </a:lnTo>
                  <a:lnTo>
                    <a:pt x="0" y="120"/>
                  </a:lnTo>
                  <a:lnTo>
                    <a:pt x="0" y="133"/>
                  </a:lnTo>
                  <a:lnTo>
                    <a:pt x="187" y="133"/>
                  </a:lnTo>
                  <a:lnTo>
                    <a:pt x="187" y="0"/>
                  </a:lnTo>
                  <a:lnTo>
                    <a:pt x="171" y="0"/>
                  </a:lnTo>
                  <a:close/>
                  <a:moveTo>
                    <a:pt x="71" y="120"/>
                  </a:moveTo>
                  <a:lnTo>
                    <a:pt x="71" y="120"/>
                  </a:lnTo>
                  <a:lnTo>
                    <a:pt x="71" y="93"/>
                  </a:lnTo>
                  <a:lnTo>
                    <a:pt x="111" y="93"/>
                  </a:lnTo>
                  <a:lnTo>
                    <a:pt x="111" y="120"/>
                  </a:lnTo>
                  <a:lnTo>
                    <a:pt x="111" y="120"/>
                  </a:lnTo>
                  <a:lnTo>
                    <a:pt x="71" y="120"/>
                  </a:lnTo>
                  <a:lnTo>
                    <a:pt x="71" y="120"/>
                  </a:lnTo>
                  <a:close/>
                </a:path>
              </a:pathLst>
            </a:custGeom>
            <a:solidFill>
              <a:srgbClr val="D1D1D1"/>
            </a:solidFill>
            <a:ln w="0">
              <a:noFill/>
              <a:prstDash val="solid"/>
              <a:round/>
              <a:headEnd/>
              <a:tailEnd/>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1" name="Freeform 13">
              <a:extLst>
                <a:ext uri="{FF2B5EF4-FFF2-40B4-BE49-F238E27FC236}">
                  <a16:creationId xmlns:a16="http://schemas.microsoft.com/office/drawing/2014/main" id="{7954F8A9-4260-4855-B867-254172E57776}"/>
                </a:ext>
              </a:extLst>
            </p:cNvPr>
            <p:cNvSpPr>
              <a:spLocks noEditPoints="1"/>
            </p:cNvSpPr>
            <p:nvPr/>
          </p:nvSpPr>
          <p:spPr bwMode="auto">
            <a:xfrm>
              <a:off x="552" y="2960"/>
              <a:ext cx="135" cy="134"/>
            </a:xfrm>
            <a:custGeom>
              <a:avLst/>
              <a:gdLst>
                <a:gd name="T0" fmla="*/ 41 w 164"/>
                <a:gd name="T1" fmla="*/ 77 h 163"/>
                <a:gd name="T2" fmla="*/ 41 w 164"/>
                <a:gd name="T3" fmla="*/ 77 h 163"/>
                <a:gd name="T4" fmla="*/ 64 w 164"/>
                <a:gd name="T5" fmla="*/ 100 h 163"/>
                <a:gd name="T6" fmla="*/ 123 w 164"/>
                <a:gd name="T7" fmla="*/ 40 h 163"/>
                <a:gd name="T8" fmla="*/ 137 w 164"/>
                <a:gd name="T9" fmla="*/ 55 h 163"/>
                <a:gd name="T10" fmla="*/ 64 w 164"/>
                <a:gd name="T11" fmla="*/ 128 h 163"/>
                <a:gd name="T12" fmla="*/ 27 w 164"/>
                <a:gd name="T13" fmla="*/ 91 h 163"/>
                <a:gd name="T14" fmla="*/ 41 w 164"/>
                <a:gd name="T15" fmla="*/ 77 h 163"/>
                <a:gd name="T16" fmla="*/ 82 w 164"/>
                <a:gd name="T17" fmla="*/ 163 h 163"/>
                <a:gd name="T18" fmla="*/ 82 w 164"/>
                <a:gd name="T19" fmla="*/ 163 h 163"/>
                <a:gd name="T20" fmla="*/ 164 w 164"/>
                <a:gd name="T21" fmla="*/ 81 h 163"/>
                <a:gd name="T22" fmla="*/ 82 w 164"/>
                <a:gd name="T23" fmla="*/ 0 h 163"/>
                <a:gd name="T24" fmla="*/ 0 w 164"/>
                <a:gd name="T25" fmla="*/ 81 h 163"/>
                <a:gd name="T26" fmla="*/ 82 w 164"/>
                <a:gd name="T27" fmla="*/ 163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4" h="163">
                  <a:moveTo>
                    <a:pt x="41" y="77"/>
                  </a:moveTo>
                  <a:lnTo>
                    <a:pt x="41" y="77"/>
                  </a:lnTo>
                  <a:lnTo>
                    <a:pt x="64" y="100"/>
                  </a:lnTo>
                  <a:lnTo>
                    <a:pt x="123" y="40"/>
                  </a:lnTo>
                  <a:lnTo>
                    <a:pt x="137" y="55"/>
                  </a:lnTo>
                  <a:lnTo>
                    <a:pt x="64" y="128"/>
                  </a:lnTo>
                  <a:lnTo>
                    <a:pt x="27" y="91"/>
                  </a:lnTo>
                  <a:lnTo>
                    <a:pt x="41" y="77"/>
                  </a:lnTo>
                  <a:close/>
                  <a:moveTo>
                    <a:pt x="82" y="163"/>
                  </a:moveTo>
                  <a:lnTo>
                    <a:pt x="82" y="163"/>
                  </a:lnTo>
                  <a:cubicBezTo>
                    <a:pt x="128" y="163"/>
                    <a:pt x="164" y="126"/>
                    <a:pt x="164" y="81"/>
                  </a:cubicBezTo>
                  <a:cubicBezTo>
                    <a:pt x="164" y="36"/>
                    <a:pt x="128" y="0"/>
                    <a:pt x="82" y="0"/>
                  </a:cubicBezTo>
                  <a:cubicBezTo>
                    <a:pt x="37" y="0"/>
                    <a:pt x="0" y="36"/>
                    <a:pt x="0" y="81"/>
                  </a:cubicBezTo>
                  <a:cubicBezTo>
                    <a:pt x="0" y="126"/>
                    <a:pt x="37" y="163"/>
                    <a:pt x="82" y="163"/>
                  </a:cubicBezTo>
                  <a:close/>
                </a:path>
              </a:pathLst>
            </a:custGeom>
            <a:solidFill>
              <a:srgbClr val="ED1A3B"/>
            </a:solidFill>
            <a:ln w="0">
              <a:noFill/>
              <a:prstDash val="solid"/>
              <a:round/>
              <a:headEnd/>
              <a:tailEnd/>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2" name="Freeform 14">
              <a:extLst>
                <a:ext uri="{FF2B5EF4-FFF2-40B4-BE49-F238E27FC236}">
                  <a16:creationId xmlns:a16="http://schemas.microsoft.com/office/drawing/2014/main" id="{9C918563-948F-4D19-A087-F89ECABB9661}"/>
                </a:ext>
              </a:extLst>
            </p:cNvPr>
            <p:cNvSpPr>
              <a:spLocks/>
            </p:cNvSpPr>
            <p:nvPr/>
          </p:nvSpPr>
          <p:spPr bwMode="auto">
            <a:xfrm>
              <a:off x="337" y="3045"/>
              <a:ext cx="332" cy="264"/>
            </a:xfrm>
            <a:custGeom>
              <a:avLst/>
              <a:gdLst>
                <a:gd name="T0" fmla="*/ 0 w 403"/>
                <a:gd name="T1" fmla="*/ 99 h 320"/>
                <a:gd name="T2" fmla="*/ 0 w 403"/>
                <a:gd name="T3" fmla="*/ 99 h 320"/>
                <a:gd name="T4" fmla="*/ 1 w 403"/>
                <a:gd name="T5" fmla="*/ 99 h 320"/>
                <a:gd name="T6" fmla="*/ 81 w 403"/>
                <a:gd name="T7" fmla="*/ 99 h 320"/>
                <a:gd name="T8" fmla="*/ 108 w 403"/>
                <a:gd name="T9" fmla="*/ 126 h 320"/>
                <a:gd name="T10" fmla="*/ 108 w 403"/>
                <a:gd name="T11" fmla="*/ 254 h 320"/>
                <a:gd name="T12" fmla="*/ 189 w 403"/>
                <a:gd name="T13" fmla="*/ 254 h 320"/>
                <a:gd name="T14" fmla="*/ 189 w 403"/>
                <a:gd name="T15" fmla="*/ 294 h 320"/>
                <a:gd name="T16" fmla="*/ 136 w 403"/>
                <a:gd name="T17" fmla="*/ 294 h 320"/>
                <a:gd name="T18" fmla="*/ 136 w 403"/>
                <a:gd name="T19" fmla="*/ 320 h 320"/>
                <a:gd name="T20" fmla="*/ 269 w 403"/>
                <a:gd name="T21" fmla="*/ 320 h 320"/>
                <a:gd name="T22" fmla="*/ 269 w 403"/>
                <a:gd name="T23" fmla="*/ 294 h 320"/>
                <a:gd name="T24" fmla="*/ 232 w 403"/>
                <a:gd name="T25" fmla="*/ 294 h 320"/>
                <a:gd name="T26" fmla="*/ 228 w 403"/>
                <a:gd name="T27" fmla="*/ 294 h 320"/>
                <a:gd name="T28" fmla="*/ 216 w 403"/>
                <a:gd name="T29" fmla="*/ 288 h 320"/>
                <a:gd name="T30" fmla="*/ 206 w 403"/>
                <a:gd name="T31" fmla="*/ 267 h 320"/>
                <a:gd name="T32" fmla="*/ 206 w 403"/>
                <a:gd name="T33" fmla="*/ 254 h 320"/>
                <a:gd name="T34" fmla="*/ 206 w 403"/>
                <a:gd name="T35" fmla="*/ 134 h 320"/>
                <a:gd name="T36" fmla="*/ 232 w 403"/>
                <a:gd name="T37" fmla="*/ 107 h 320"/>
                <a:gd name="T38" fmla="*/ 403 w 403"/>
                <a:gd name="T39" fmla="*/ 107 h 320"/>
                <a:gd name="T40" fmla="*/ 403 w 403"/>
                <a:gd name="T41" fmla="*/ 71 h 320"/>
                <a:gd name="T42" fmla="*/ 343 w 403"/>
                <a:gd name="T43" fmla="*/ 89 h 320"/>
                <a:gd name="T44" fmla="*/ 235 w 403"/>
                <a:gd name="T45" fmla="*/ 0 h 320"/>
                <a:gd name="T46" fmla="*/ 107 w 403"/>
                <a:gd name="T47" fmla="*/ 0 h 320"/>
                <a:gd name="T48" fmla="*/ 0 w 403"/>
                <a:gd name="T49" fmla="*/ 0 h 320"/>
                <a:gd name="T50" fmla="*/ 0 w 403"/>
                <a:gd name="T51" fmla="*/ 99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03" h="320">
                  <a:moveTo>
                    <a:pt x="0" y="99"/>
                  </a:moveTo>
                  <a:lnTo>
                    <a:pt x="0" y="99"/>
                  </a:lnTo>
                  <a:cubicBezTo>
                    <a:pt x="1" y="99"/>
                    <a:pt x="1" y="99"/>
                    <a:pt x="1" y="99"/>
                  </a:cubicBezTo>
                  <a:lnTo>
                    <a:pt x="81" y="99"/>
                  </a:lnTo>
                  <a:cubicBezTo>
                    <a:pt x="96" y="99"/>
                    <a:pt x="108" y="111"/>
                    <a:pt x="108" y="126"/>
                  </a:cubicBezTo>
                  <a:lnTo>
                    <a:pt x="108" y="254"/>
                  </a:lnTo>
                  <a:lnTo>
                    <a:pt x="189" y="254"/>
                  </a:lnTo>
                  <a:lnTo>
                    <a:pt x="189" y="294"/>
                  </a:lnTo>
                  <a:lnTo>
                    <a:pt x="136" y="294"/>
                  </a:lnTo>
                  <a:lnTo>
                    <a:pt x="136" y="320"/>
                  </a:lnTo>
                  <a:lnTo>
                    <a:pt x="269" y="320"/>
                  </a:lnTo>
                  <a:lnTo>
                    <a:pt x="269" y="294"/>
                  </a:lnTo>
                  <a:lnTo>
                    <a:pt x="232" y="294"/>
                  </a:lnTo>
                  <a:cubicBezTo>
                    <a:pt x="231" y="294"/>
                    <a:pt x="229" y="294"/>
                    <a:pt x="228" y="294"/>
                  </a:cubicBezTo>
                  <a:cubicBezTo>
                    <a:pt x="223" y="293"/>
                    <a:pt x="219" y="291"/>
                    <a:pt x="216" y="288"/>
                  </a:cubicBezTo>
                  <a:cubicBezTo>
                    <a:pt x="210" y="283"/>
                    <a:pt x="206" y="276"/>
                    <a:pt x="206" y="267"/>
                  </a:cubicBezTo>
                  <a:lnTo>
                    <a:pt x="206" y="254"/>
                  </a:lnTo>
                  <a:lnTo>
                    <a:pt x="206" y="134"/>
                  </a:lnTo>
                  <a:cubicBezTo>
                    <a:pt x="206" y="119"/>
                    <a:pt x="218" y="107"/>
                    <a:pt x="232" y="107"/>
                  </a:cubicBezTo>
                  <a:lnTo>
                    <a:pt x="403" y="107"/>
                  </a:lnTo>
                  <a:lnTo>
                    <a:pt x="403" y="71"/>
                  </a:lnTo>
                  <a:cubicBezTo>
                    <a:pt x="385" y="82"/>
                    <a:pt x="365" y="89"/>
                    <a:pt x="343" y="89"/>
                  </a:cubicBezTo>
                  <a:cubicBezTo>
                    <a:pt x="290" y="89"/>
                    <a:pt x="245" y="51"/>
                    <a:pt x="235" y="0"/>
                  </a:cubicBezTo>
                  <a:lnTo>
                    <a:pt x="107" y="0"/>
                  </a:lnTo>
                  <a:lnTo>
                    <a:pt x="0" y="0"/>
                  </a:lnTo>
                  <a:lnTo>
                    <a:pt x="0" y="99"/>
                  </a:lnTo>
                  <a:close/>
                </a:path>
              </a:pathLst>
            </a:custGeom>
            <a:solidFill>
              <a:srgbClr val="C1C1C1"/>
            </a:solidFill>
            <a:ln w="0">
              <a:noFill/>
              <a:prstDash val="solid"/>
              <a:round/>
              <a:headEnd/>
              <a:tailEnd/>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grpSp>
        <p:nvGrpSpPr>
          <p:cNvPr id="95" name="Group 4">
            <a:extLst>
              <a:ext uri="{FF2B5EF4-FFF2-40B4-BE49-F238E27FC236}">
                <a16:creationId xmlns:a16="http://schemas.microsoft.com/office/drawing/2014/main" id="{AD586583-9C2B-41FA-AAFC-4B7DD8813894}"/>
              </a:ext>
            </a:extLst>
          </p:cNvPr>
          <p:cNvGrpSpPr>
            <a:grpSpLocks noChangeAspect="1"/>
          </p:cNvGrpSpPr>
          <p:nvPr/>
        </p:nvGrpSpPr>
        <p:grpSpPr bwMode="auto">
          <a:xfrm>
            <a:off x="342617" y="2823690"/>
            <a:ext cx="360000" cy="360001"/>
            <a:chOff x="155" y="1830"/>
            <a:chExt cx="375" cy="375"/>
          </a:xfrm>
        </p:grpSpPr>
        <p:sp>
          <p:nvSpPr>
            <p:cNvPr id="96" name="AutoShape 3">
              <a:extLst>
                <a:ext uri="{FF2B5EF4-FFF2-40B4-BE49-F238E27FC236}">
                  <a16:creationId xmlns:a16="http://schemas.microsoft.com/office/drawing/2014/main" id="{3189F76B-8640-476D-9824-9186ACAD23CF}"/>
                </a:ext>
              </a:extLst>
            </p:cNvPr>
            <p:cNvSpPr>
              <a:spLocks noChangeAspect="1" noChangeArrowheads="1" noTextEdit="1"/>
            </p:cNvSpPr>
            <p:nvPr/>
          </p:nvSpPr>
          <p:spPr bwMode="auto">
            <a:xfrm>
              <a:off x="155" y="1830"/>
              <a:ext cx="375"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97" name="Freeform 5">
              <a:extLst>
                <a:ext uri="{FF2B5EF4-FFF2-40B4-BE49-F238E27FC236}">
                  <a16:creationId xmlns:a16="http://schemas.microsoft.com/office/drawing/2014/main" id="{9D9DD2B8-A461-4DBF-A7F2-85F7160CCC8E}"/>
                </a:ext>
              </a:extLst>
            </p:cNvPr>
            <p:cNvSpPr>
              <a:spLocks noEditPoints="1"/>
            </p:cNvSpPr>
            <p:nvPr/>
          </p:nvSpPr>
          <p:spPr bwMode="auto">
            <a:xfrm>
              <a:off x="276" y="2141"/>
              <a:ext cx="73" cy="48"/>
            </a:xfrm>
            <a:custGeom>
              <a:avLst/>
              <a:gdLst>
                <a:gd name="T0" fmla="*/ 0 w 80"/>
                <a:gd name="T1" fmla="*/ 40 h 53"/>
                <a:gd name="T2" fmla="*/ 0 w 80"/>
                <a:gd name="T3" fmla="*/ 40 h 53"/>
                <a:gd name="T4" fmla="*/ 4 w 80"/>
                <a:gd name="T5" fmla="*/ 49 h 53"/>
                <a:gd name="T6" fmla="*/ 13 w 80"/>
                <a:gd name="T7" fmla="*/ 53 h 53"/>
                <a:gd name="T8" fmla="*/ 66 w 80"/>
                <a:gd name="T9" fmla="*/ 53 h 53"/>
                <a:gd name="T10" fmla="*/ 76 w 80"/>
                <a:gd name="T11" fmla="*/ 49 h 53"/>
                <a:gd name="T12" fmla="*/ 80 w 80"/>
                <a:gd name="T13" fmla="*/ 40 h 53"/>
                <a:gd name="T14" fmla="*/ 80 w 80"/>
                <a:gd name="T15" fmla="*/ 40 h 53"/>
                <a:gd name="T16" fmla="*/ 80 w 80"/>
                <a:gd name="T17" fmla="*/ 40 h 53"/>
                <a:gd name="T18" fmla="*/ 80 w 80"/>
                <a:gd name="T19" fmla="*/ 0 h 53"/>
                <a:gd name="T20" fmla="*/ 0 w 80"/>
                <a:gd name="T21" fmla="*/ 0 h 53"/>
                <a:gd name="T22" fmla="*/ 0 w 80"/>
                <a:gd name="T23" fmla="*/ 40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0" h="53">
                  <a:moveTo>
                    <a:pt x="0" y="40"/>
                  </a:moveTo>
                  <a:lnTo>
                    <a:pt x="0" y="40"/>
                  </a:lnTo>
                  <a:cubicBezTo>
                    <a:pt x="0" y="43"/>
                    <a:pt x="1" y="46"/>
                    <a:pt x="4" y="49"/>
                  </a:cubicBezTo>
                  <a:cubicBezTo>
                    <a:pt x="6" y="52"/>
                    <a:pt x="10" y="53"/>
                    <a:pt x="13" y="53"/>
                  </a:cubicBezTo>
                  <a:lnTo>
                    <a:pt x="66" y="53"/>
                  </a:lnTo>
                  <a:cubicBezTo>
                    <a:pt x="70" y="53"/>
                    <a:pt x="73" y="52"/>
                    <a:pt x="76" y="49"/>
                  </a:cubicBezTo>
                  <a:cubicBezTo>
                    <a:pt x="78" y="46"/>
                    <a:pt x="80" y="43"/>
                    <a:pt x="80" y="40"/>
                  </a:cubicBezTo>
                  <a:moveTo>
                    <a:pt x="80" y="40"/>
                  </a:moveTo>
                  <a:lnTo>
                    <a:pt x="80" y="40"/>
                  </a:lnTo>
                  <a:lnTo>
                    <a:pt x="80" y="0"/>
                  </a:lnTo>
                  <a:lnTo>
                    <a:pt x="0" y="0"/>
                  </a:lnTo>
                  <a:lnTo>
                    <a:pt x="0" y="40"/>
                  </a:lnTo>
                </a:path>
              </a:pathLst>
            </a:custGeom>
            <a:solidFill>
              <a:srgbClr val="2F2F2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de-DE"/>
            </a:p>
          </p:txBody>
        </p:sp>
        <p:sp>
          <p:nvSpPr>
            <p:cNvPr id="98" name="Freeform 6">
              <a:extLst>
                <a:ext uri="{FF2B5EF4-FFF2-40B4-BE49-F238E27FC236}">
                  <a16:creationId xmlns:a16="http://schemas.microsoft.com/office/drawing/2014/main" id="{A0A45ACA-8B38-41D4-AAFF-DE9306F354D0}"/>
                </a:ext>
              </a:extLst>
            </p:cNvPr>
            <p:cNvSpPr>
              <a:spLocks/>
            </p:cNvSpPr>
            <p:nvPr/>
          </p:nvSpPr>
          <p:spPr bwMode="auto">
            <a:xfrm>
              <a:off x="372" y="1850"/>
              <a:ext cx="122" cy="169"/>
            </a:xfrm>
            <a:custGeom>
              <a:avLst/>
              <a:gdLst>
                <a:gd name="T0" fmla="*/ 0 w 134"/>
                <a:gd name="T1" fmla="*/ 186 h 186"/>
                <a:gd name="T2" fmla="*/ 0 w 134"/>
                <a:gd name="T3" fmla="*/ 186 h 186"/>
                <a:gd name="T4" fmla="*/ 134 w 134"/>
                <a:gd name="T5" fmla="*/ 186 h 186"/>
                <a:gd name="T6" fmla="*/ 134 w 134"/>
                <a:gd name="T7" fmla="*/ 0 h 186"/>
                <a:gd name="T8" fmla="*/ 0 w 134"/>
                <a:gd name="T9" fmla="*/ 0 h 186"/>
                <a:gd name="T10" fmla="*/ 0 w 134"/>
                <a:gd name="T11" fmla="*/ 186 h 186"/>
              </a:gdLst>
              <a:ahLst/>
              <a:cxnLst>
                <a:cxn ang="0">
                  <a:pos x="T0" y="T1"/>
                </a:cxn>
                <a:cxn ang="0">
                  <a:pos x="T2" y="T3"/>
                </a:cxn>
                <a:cxn ang="0">
                  <a:pos x="T4" y="T5"/>
                </a:cxn>
                <a:cxn ang="0">
                  <a:pos x="T6" y="T7"/>
                </a:cxn>
                <a:cxn ang="0">
                  <a:pos x="T8" y="T9"/>
                </a:cxn>
                <a:cxn ang="0">
                  <a:pos x="T10" y="T11"/>
                </a:cxn>
              </a:cxnLst>
              <a:rect l="0" t="0" r="r" b="b"/>
              <a:pathLst>
                <a:path w="134" h="186">
                  <a:moveTo>
                    <a:pt x="0" y="186"/>
                  </a:moveTo>
                  <a:lnTo>
                    <a:pt x="0" y="186"/>
                  </a:lnTo>
                  <a:lnTo>
                    <a:pt x="134" y="186"/>
                  </a:lnTo>
                  <a:lnTo>
                    <a:pt x="134" y="0"/>
                  </a:lnTo>
                  <a:lnTo>
                    <a:pt x="0" y="0"/>
                  </a:lnTo>
                  <a:lnTo>
                    <a:pt x="0" y="186"/>
                  </a:lnTo>
                  <a:close/>
                </a:path>
              </a:pathLst>
            </a:custGeom>
            <a:solidFill>
              <a:srgbClr val="C1C1C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de-DE"/>
            </a:p>
          </p:txBody>
        </p:sp>
        <p:sp>
          <p:nvSpPr>
            <p:cNvPr id="99" name="Freeform 7">
              <a:extLst>
                <a:ext uri="{FF2B5EF4-FFF2-40B4-BE49-F238E27FC236}">
                  <a16:creationId xmlns:a16="http://schemas.microsoft.com/office/drawing/2014/main" id="{ADBFD051-EF7F-430B-9E86-11FAC5FCFF63}"/>
                </a:ext>
              </a:extLst>
            </p:cNvPr>
            <p:cNvSpPr>
              <a:spLocks/>
            </p:cNvSpPr>
            <p:nvPr/>
          </p:nvSpPr>
          <p:spPr bwMode="auto">
            <a:xfrm>
              <a:off x="400" y="1874"/>
              <a:ext cx="48" cy="24"/>
            </a:xfrm>
            <a:custGeom>
              <a:avLst/>
              <a:gdLst>
                <a:gd name="T0" fmla="*/ 0 w 53"/>
                <a:gd name="T1" fmla="*/ 0 h 27"/>
                <a:gd name="T2" fmla="*/ 0 w 53"/>
                <a:gd name="T3" fmla="*/ 0 h 27"/>
                <a:gd name="T4" fmla="*/ 53 w 53"/>
                <a:gd name="T5" fmla="*/ 0 h 27"/>
                <a:gd name="T6" fmla="*/ 53 w 53"/>
                <a:gd name="T7" fmla="*/ 27 h 27"/>
                <a:gd name="T8" fmla="*/ 0 w 53"/>
                <a:gd name="T9" fmla="*/ 27 h 27"/>
                <a:gd name="T10" fmla="*/ 0 w 53"/>
                <a:gd name="T11" fmla="*/ 0 h 27"/>
              </a:gdLst>
              <a:ahLst/>
              <a:cxnLst>
                <a:cxn ang="0">
                  <a:pos x="T0" y="T1"/>
                </a:cxn>
                <a:cxn ang="0">
                  <a:pos x="T2" y="T3"/>
                </a:cxn>
                <a:cxn ang="0">
                  <a:pos x="T4" y="T5"/>
                </a:cxn>
                <a:cxn ang="0">
                  <a:pos x="T6" y="T7"/>
                </a:cxn>
                <a:cxn ang="0">
                  <a:pos x="T8" y="T9"/>
                </a:cxn>
                <a:cxn ang="0">
                  <a:pos x="T10" y="T11"/>
                </a:cxn>
              </a:cxnLst>
              <a:rect l="0" t="0" r="r" b="b"/>
              <a:pathLst>
                <a:path w="53" h="27">
                  <a:moveTo>
                    <a:pt x="0" y="0"/>
                  </a:moveTo>
                  <a:lnTo>
                    <a:pt x="0" y="0"/>
                  </a:lnTo>
                  <a:lnTo>
                    <a:pt x="53" y="0"/>
                  </a:lnTo>
                  <a:lnTo>
                    <a:pt x="53" y="27"/>
                  </a:lnTo>
                  <a:lnTo>
                    <a:pt x="0" y="27"/>
                  </a:lnTo>
                  <a:lnTo>
                    <a:pt x="0" y="0"/>
                  </a:lnTo>
                  <a:close/>
                </a:path>
              </a:pathLst>
            </a:custGeom>
            <a:solidFill>
              <a:srgbClr val="ED1A3B"/>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de-DE"/>
            </a:p>
          </p:txBody>
        </p:sp>
        <p:sp>
          <p:nvSpPr>
            <p:cNvPr id="100" name="Freeform 8">
              <a:extLst>
                <a:ext uri="{FF2B5EF4-FFF2-40B4-BE49-F238E27FC236}">
                  <a16:creationId xmlns:a16="http://schemas.microsoft.com/office/drawing/2014/main" id="{2787D889-A0C4-4BBB-BE3B-8821F6596EDA}"/>
                </a:ext>
              </a:extLst>
            </p:cNvPr>
            <p:cNvSpPr>
              <a:spLocks/>
            </p:cNvSpPr>
            <p:nvPr/>
          </p:nvSpPr>
          <p:spPr bwMode="auto">
            <a:xfrm>
              <a:off x="400" y="1923"/>
              <a:ext cx="48" cy="23"/>
            </a:xfrm>
            <a:custGeom>
              <a:avLst/>
              <a:gdLst>
                <a:gd name="T0" fmla="*/ 0 w 53"/>
                <a:gd name="T1" fmla="*/ 0 h 26"/>
                <a:gd name="T2" fmla="*/ 0 w 53"/>
                <a:gd name="T3" fmla="*/ 0 h 26"/>
                <a:gd name="T4" fmla="*/ 53 w 53"/>
                <a:gd name="T5" fmla="*/ 0 h 26"/>
                <a:gd name="T6" fmla="*/ 53 w 53"/>
                <a:gd name="T7" fmla="*/ 26 h 26"/>
                <a:gd name="T8" fmla="*/ 0 w 53"/>
                <a:gd name="T9" fmla="*/ 26 h 26"/>
                <a:gd name="T10" fmla="*/ 0 w 53"/>
                <a:gd name="T11" fmla="*/ 0 h 26"/>
              </a:gdLst>
              <a:ahLst/>
              <a:cxnLst>
                <a:cxn ang="0">
                  <a:pos x="T0" y="T1"/>
                </a:cxn>
                <a:cxn ang="0">
                  <a:pos x="T2" y="T3"/>
                </a:cxn>
                <a:cxn ang="0">
                  <a:pos x="T4" y="T5"/>
                </a:cxn>
                <a:cxn ang="0">
                  <a:pos x="T6" y="T7"/>
                </a:cxn>
                <a:cxn ang="0">
                  <a:pos x="T8" y="T9"/>
                </a:cxn>
                <a:cxn ang="0">
                  <a:pos x="T10" y="T11"/>
                </a:cxn>
              </a:cxnLst>
              <a:rect l="0" t="0" r="r" b="b"/>
              <a:pathLst>
                <a:path w="53" h="26">
                  <a:moveTo>
                    <a:pt x="0" y="0"/>
                  </a:moveTo>
                  <a:lnTo>
                    <a:pt x="0" y="0"/>
                  </a:lnTo>
                  <a:lnTo>
                    <a:pt x="53" y="0"/>
                  </a:lnTo>
                  <a:lnTo>
                    <a:pt x="53" y="26"/>
                  </a:lnTo>
                  <a:lnTo>
                    <a:pt x="0" y="26"/>
                  </a:lnTo>
                  <a:lnTo>
                    <a:pt x="0" y="0"/>
                  </a:lnTo>
                  <a:close/>
                </a:path>
              </a:pathLst>
            </a:custGeom>
            <a:solidFill>
              <a:srgbClr val="ED1A3B"/>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de-DE"/>
            </a:p>
          </p:txBody>
        </p:sp>
        <p:sp>
          <p:nvSpPr>
            <p:cNvPr id="101" name="Freeform 9">
              <a:extLst>
                <a:ext uri="{FF2B5EF4-FFF2-40B4-BE49-F238E27FC236}">
                  <a16:creationId xmlns:a16="http://schemas.microsoft.com/office/drawing/2014/main" id="{0B229641-1C25-49A2-ADD6-4FE68899F6E6}"/>
                </a:ext>
              </a:extLst>
            </p:cNvPr>
            <p:cNvSpPr>
              <a:spLocks/>
            </p:cNvSpPr>
            <p:nvPr/>
          </p:nvSpPr>
          <p:spPr bwMode="auto">
            <a:xfrm>
              <a:off x="400" y="1971"/>
              <a:ext cx="72" cy="25"/>
            </a:xfrm>
            <a:custGeom>
              <a:avLst/>
              <a:gdLst>
                <a:gd name="T0" fmla="*/ 80 w 80"/>
                <a:gd name="T1" fmla="*/ 27 h 27"/>
                <a:gd name="T2" fmla="*/ 80 w 80"/>
                <a:gd name="T3" fmla="*/ 27 h 27"/>
                <a:gd name="T4" fmla="*/ 0 w 80"/>
                <a:gd name="T5" fmla="*/ 27 h 27"/>
                <a:gd name="T6" fmla="*/ 0 w 80"/>
                <a:gd name="T7" fmla="*/ 0 h 27"/>
                <a:gd name="T8" fmla="*/ 80 w 80"/>
                <a:gd name="T9" fmla="*/ 0 h 27"/>
                <a:gd name="T10" fmla="*/ 80 w 80"/>
                <a:gd name="T11" fmla="*/ 27 h 27"/>
              </a:gdLst>
              <a:ahLst/>
              <a:cxnLst>
                <a:cxn ang="0">
                  <a:pos x="T0" y="T1"/>
                </a:cxn>
                <a:cxn ang="0">
                  <a:pos x="T2" y="T3"/>
                </a:cxn>
                <a:cxn ang="0">
                  <a:pos x="T4" y="T5"/>
                </a:cxn>
                <a:cxn ang="0">
                  <a:pos x="T6" y="T7"/>
                </a:cxn>
                <a:cxn ang="0">
                  <a:pos x="T8" y="T9"/>
                </a:cxn>
                <a:cxn ang="0">
                  <a:pos x="T10" y="T11"/>
                </a:cxn>
              </a:cxnLst>
              <a:rect l="0" t="0" r="r" b="b"/>
              <a:pathLst>
                <a:path w="80" h="27">
                  <a:moveTo>
                    <a:pt x="80" y="27"/>
                  </a:moveTo>
                  <a:lnTo>
                    <a:pt x="80" y="27"/>
                  </a:lnTo>
                  <a:lnTo>
                    <a:pt x="0" y="27"/>
                  </a:lnTo>
                  <a:lnTo>
                    <a:pt x="0" y="0"/>
                  </a:lnTo>
                  <a:lnTo>
                    <a:pt x="80" y="0"/>
                  </a:lnTo>
                  <a:lnTo>
                    <a:pt x="80" y="27"/>
                  </a:lnTo>
                  <a:close/>
                </a:path>
              </a:pathLst>
            </a:custGeom>
            <a:solidFill>
              <a:srgbClr val="ED1A3B"/>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de-DE"/>
            </a:p>
          </p:txBody>
        </p:sp>
        <p:sp>
          <p:nvSpPr>
            <p:cNvPr id="102" name="Freeform 10">
              <a:extLst>
                <a:ext uri="{FF2B5EF4-FFF2-40B4-BE49-F238E27FC236}">
                  <a16:creationId xmlns:a16="http://schemas.microsoft.com/office/drawing/2014/main" id="{668AAC18-FDE7-48D6-AE83-C35DBFCBF415}"/>
                </a:ext>
              </a:extLst>
            </p:cNvPr>
            <p:cNvSpPr>
              <a:spLocks/>
            </p:cNvSpPr>
            <p:nvPr/>
          </p:nvSpPr>
          <p:spPr bwMode="auto">
            <a:xfrm>
              <a:off x="203" y="1850"/>
              <a:ext cx="178" cy="266"/>
            </a:xfrm>
            <a:custGeom>
              <a:avLst/>
              <a:gdLst>
                <a:gd name="T0" fmla="*/ 160 w 195"/>
                <a:gd name="T1" fmla="*/ 293 h 293"/>
                <a:gd name="T2" fmla="*/ 160 w 195"/>
                <a:gd name="T3" fmla="*/ 293 h 293"/>
                <a:gd name="T4" fmla="*/ 171 w 195"/>
                <a:gd name="T5" fmla="*/ 250 h 293"/>
                <a:gd name="T6" fmla="*/ 195 w 195"/>
                <a:gd name="T7" fmla="*/ 213 h 293"/>
                <a:gd name="T8" fmla="*/ 160 w 195"/>
                <a:gd name="T9" fmla="*/ 213 h 293"/>
                <a:gd name="T10" fmla="*/ 160 w 195"/>
                <a:gd name="T11" fmla="*/ 7 h 293"/>
                <a:gd name="T12" fmla="*/ 140 w 195"/>
                <a:gd name="T13" fmla="*/ 1 h 293"/>
                <a:gd name="T14" fmla="*/ 120 w 195"/>
                <a:gd name="T15" fmla="*/ 0 h 293"/>
                <a:gd name="T16" fmla="*/ 73 w 195"/>
                <a:gd name="T17" fmla="*/ 9 h 293"/>
                <a:gd name="T18" fmla="*/ 35 w 195"/>
                <a:gd name="T19" fmla="*/ 35 h 293"/>
                <a:gd name="T20" fmla="*/ 9 w 195"/>
                <a:gd name="T21" fmla="*/ 73 h 293"/>
                <a:gd name="T22" fmla="*/ 0 w 195"/>
                <a:gd name="T23" fmla="*/ 120 h 293"/>
                <a:gd name="T24" fmla="*/ 9 w 195"/>
                <a:gd name="T25" fmla="*/ 165 h 293"/>
                <a:gd name="T26" fmla="*/ 36 w 195"/>
                <a:gd name="T27" fmla="*/ 203 h 293"/>
                <a:gd name="T28" fmla="*/ 66 w 195"/>
                <a:gd name="T29" fmla="*/ 244 h 293"/>
                <a:gd name="T30" fmla="*/ 79 w 195"/>
                <a:gd name="T31" fmla="*/ 293 h 293"/>
                <a:gd name="T32" fmla="*/ 160 w 195"/>
                <a:gd name="T33" fmla="*/ 293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95" h="293">
                  <a:moveTo>
                    <a:pt x="160" y="293"/>
                  </a:moveTo>
                  <a:lnTo>
                    <a:pt x="160" y="293"/>
                  </a:lnTo>
                  <a:cubicBezTo>
                    <a:pt x="162" y="278"/>
                    <a:pt x="165" y="264"/>
                    <a:pt x="171" y="250"/>
                  </a:cubicBezTo>
                  <a:cubicBezTo>
                    <a:pt x="177" y="237"/>
                    <a:pt x="185" y="224"/>
                    <a:pt x="195" y="213"/>
                  </a:cubicBezTo>
                  <a:lnTo>
                    <a:pt x="160" y="213"/>
                  </a:lnTo>
                  <a:lnTo>
                    <a:pt x="160" y="7"/>
                  </a:lnTo>
                  <a:cubicBezTo>
                    <a:pt x="153" y="4"/>
                    <a:pt x="147" y="2"/>
                    <a:pt x="140" y="1"/>
                  </a:cubicBezTo>
                  <a:cubicBezTo>
                    <a:pt x="133" y="0"/>
                    <a:pt x="127" y="0"/>
                    <a:pt x="120" y="0"/>
                  </a:cubicBezTo>
                  <a:cubicBezTo>
                    <a:pt x="103" y="0"/>
                    <a:pt x="88" y="3"/>
                    <a:pt x="73" y="9"/>
                  </a:cubicBezTo>
                  <a:cubicBezTo>
                    <a:pt x="59" y="15"/>
                    <a:pt x="46" y="24"/>
                    <a:pt x="35" y="35"/>
                  </a:cubicBezTo>
                  <a:cubicBezTo>
                    <a:pt x="24" y="46"/>
                    <a:pt x="16" y="58"/>
                    <a:pt x="9" y="73"/>
                  </a:cubicBezTo>
                  <a:cubicBezTo>
                    <a:pt x="3" y="87"/>
                    <a:pt x="0" y="103"/>
                    <a:pt x="0" y="120"/>
                  </a:cubicBezTo>
                  <a:cubicBezTo>
                    <a:pt x="0" y="136"/>
                    <a:pt x="3" y="151"/>
                    <a:pt x="9" y="165"/>
                  </a:cubicBezTo>
                  <a:cubicBezTo>
                    <a:pt x="15" y="179"/>
                    <a:pt x="24" y="191"/>
                    <a:pt x="36" y="203"/>
                  </a:cubicBezTo>
                  <a:cubicBezTo>
                    <a:pt x="48" y="216"/>
                    <a:pt x="58" y="230"/>
                    <a:pt x="66" y="244"/>
                  </a:cubicBezTo>
                  <a:cubicBezTo>
                    <a:pt x="73" y="259"/>
                    <a:pt x="78" y="275"/>
                    <a:pt x="79" y="293"/>
                  </a:cubicBezTo>
                  <a:lnTo>
                    <a:pt x="160" y="293"/>
                  </a:lnTo>
                  <a:close/>
                </a:path>
              </a:pathLst>
            </a:custGeom>
            <a:solidFill>
              <a:srgbClr val="C1C1C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de-DE"/>
            </a:p>
          </p:txBody>
        </p:sp>
      </p:grpSp>
      <p:grpSp>
        <p:nvGrpSpPr>
          <p:cNvPr id="103" name="Group 10">
            <a:extLst>
              <a:ext uri="{FF2B5EF4-FFF2-40B4-BE49-F238E27FC236}">
                <a16:creationId xmlns:a16="http://schemas.microsoft.com/office/drawing/2014/main" id="{EAEFFB75-BC56-439F-839D-0B3350CF13F5}"/>
              </a:ext>
            </a:extLst>
          </p:cNvPr>
          <p:cNvGrpSpPr>
            <a:grpSpLocks noChangeAspect="1"/>
          </p:cNvGrpSpPr>
          <p:nvPr/>
        </p:nvGrpSpPr>
        <p:grpSpPr bwMode="auto">
          <a:xfrm>
            <a:off x="342617" y="1617485"/>
            <a:ext cx="360000" cy="360000"/>
            <a:chOff x="658" y="328"/>
            <a:chExt cx="341" cy="341"/>
          </a:xfrm>
        </p:grpSpPr>
        <p:sp>
          <p:nvSpPr>
            <p:cNvPr id="104" name="AutoShape 9">
              <a:extLst>
                <a:ext uri="{FF2B5EF4-FFF2-40B4-BE49-F238E27FC236}">
                  <a16:creationId xmlns:a16="http://schemas.microsoft.com/office/drawing/2014/main" id="{2ACFC6BB-43F0-4EED-9308-C891C0495342}"/>
                </a:ext>
              </a:extLst>
            </p:cNvPr>
            <p:cNvSpPr>
              <a:spLocks noChangeAspect="1" noChangeArrowheads="1" noTextEdit="1"/>
            </p:cNvSpPr>
            <p:nvPr/>
          </p:nvSpPr>
          <p:spPr bwMode="auto">
            <a:xfrm>
              <a:off x="658" y="328"/>
              <a:ext cx="341" cy="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05" name="Freeform 11">
              <a:extLst>
                <a:ext uri="{FF2B5EF4-FFF2-40B4-BE49-F238E27FC236}">
                  <a16:creationId xmlns:a16="http://schemas.microsoft.com/office/drawing/2014/main" id="{751DA019-0BA5-4C48-8BD6-363144D26C5B}"/>
                </a:ext>
              </a:extLst>
            </p:cNvPr>
            <p:cNvSpPr>
              <a:spLocks/>
            </p:cNvSpPr>
            <p:nvPr/>
          </p:nvSpPr>
          <p:spPr bwMode="auto">
            <a:xfrm>
              <a:off x="697" y="575"/>
              <a:ext cx="274" cy="76"/>
            </a:xfrm>
            <a:custGeom>
              <a:avLst/>
              <a:gdLst>
                <a:gd name="T0" fmla="*/ 252 w 332"/>
                <a:gd name="T1" fmla="*/ 25 h 92"/>
                <a:gd name="T2" fmla="*/ 252 w 332"/>
                <a:gd name="T3" fmla="*/ 25 h 92"/>
                <a:gd name="T4" fmla="*/ 207 w 332"/>
                <a:gd name="T5" fmla="*/ 30 h 92"/>
                <a:gd name="T6" fmla="*/ 166 w 332"/>
                <a:gd name="T7" fmla="*/ 31 h 92"/>
                <a:gd name="T8" fmla="*/ 124 w 332"/>
                <a:gd name="T9" fmla="*/ 30 h 92"/>
                <a:gd name="T10" fmla="*/ 80 w 332"/>
                <a:gd name="T11" fmla="*/ 25 h 92"/>
                <a:gd name="T12" fmla="*/ 37 w 332"/>
                <a:gd name="T13" fmla="*/ 15 h 92"/>
                <a:gd name="T14" fmla="*/ 0 w 332"/>
                <a:gd name="T15" fmla="*/ 0 h 92"/>
                <a:gd name="T16" fmla="*/ 0 w 332"/>
                <a:gd name="T17" fmla="*/ 46 h 92"/>
                <a:gd name="T18" fmla="*/ 5 w 332"/>
                <a:gd name="T19" fmla="*/ 56 h 92"/>
                <a:gd name="T20" fmla="*/ 17 w 332"/>
                <a:gd name="T21" fmla="*/ 64 h 92"/>
                <a:gd name="T22" fmla="*/ 31 w 332"/>
                <a:gd name="T23" fmla="*/ 71 h 92"/>
                <a:gd name="T24" fmla="*/ 42 w 332"/>
                <a:gd name="T25" fmla="*/ 75 h 92"/>
                <a:gd name="T26" fmla="*/ 71 w 332"/>
                <a:gd name="T27" fmla="*/ 83 h 92"/>
                <a:gd name="T28" fmla="*/ 103 w 332"/>
                <a:gd name="T29" fmla="*/ 88 h 92"/>
                <a:gd name="T30" fmla="*/ 135 w 332"/>
                <a:gd name="T31" fmla="*/ 91 h 92"/>
                <a:gd name="T32" fmla="*/ 166 w 332"/>
                <a:gd name="T33" fmla="*/ 92 h 92"/>
                <a:gd name="T34" fmla="*/ 196 w 332"/>
                <a:gd name="T35" fmla="*/ 91 h 92"/>
                <a:gd name="T36" fmla="*/ 229 w 332"/>
                <a:gd name="T37" fmla="*/ 88 h 92"/>
                <a:gd name="T38" fmla="*/ 260 w 332"/>
                <a:gd name="T39" fmla="*/ 83 h 92"/>
                <a:gd name="T40" fmla="*/ 289 w 332"/>
                <a:gd name="T41" fmla="*/ 75 h 92"/>
                <a:gd name="T42" fmla="*/ 301 w 332"/>
                <a:gd name="T43" fmla="*/ 71 h 92"/>
                <a:gd name="T44" fmla="*/ 315 w 332"/>
                <a:gd name="T45" fmla="*/ 64 h 92"/>
                <a:gd name="T46" fmla="*/ 327 w 332"/>
                <a:gd name="T47" fmla="*/ 56 h 92"/>
                <a:gd name="T48" fmla="*/ 332 w 332"/>
                <a:gd name="T49" fmla="*/ 46 h 92"/>
                <a:gd name="T50" fmla="*/ 332 w 332"/>
                <a:gd name="T51" fmla="*/ 0 h 92"/>
                <a:gd name="T52" fmla="*/ 294 w 332"/>
                <a:gd name="T53" fmla="*/ 15 h 92"/>
                <a:gd name="T54" fmla="*/ 252 w 332"/>
                <a:gd name="T55" fmla="*/ 25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32" h="92">
                  <a:moveTo>
                    <a:pt x="252" y="25"/>
                  </a:moveTo>
                  <a:lnTo>
                    <a:pt x="252" y="25"/>
                  </a:lnTo>
                  <a:cubicBezTo>
                    <a:pt x="237" y="27"/>
                    <a:pt x="222" y="29"/>
                    <a:pt x="207" y="30"/>
                  </a:cubicBezTo>
                  <a:cubicBezTo>
                    <a:pt x="192" y="31"/>
                    <a:pt x="179" y="31"/>
                    <a:pt x="166" y="31"/>
                  </a:cubicBezTo>
                  <a:cubicBezTo>
                    <a:pt x="153" y="31"/>
                    <a:pt x="139" y="31"/>
                    <a:pt x="124" y="30"/>
                  </a:cubicBezTo>
                  <a:cubicBezTo>
                    <a:pt x="110" y="29"/>
                    <a:pt x="95" y="27"/>
                    <a:pt x="80" y="25"/>
                  </a:cubicBezTo>
                  <a:cubicBezTo>
                    <a:pt x="65" y="22"/>
                    <a:pt x="51" y="19"/>
                    <a:pt x="37" y="15"/>
                  </a:cubicBezTo>
                  <a:cubicBezTo>
                    <a:pt x="23" y="11"/>
                    <a:pt x="11" y="6"/>
                    <a:pt x="0" y="0"/>
                  </a:cubicBezTo>
                  <a:lnTo>
                    <a:pt x="0" y="46"/>
                  </a:lnTo>
                  <a:cubicBezTo>
                    <a:pt x="0" y="50"/>
                    <a:pt x="2" y="53"/>
                    <a:pt x="5" y="56"/>
                  </a:cubicBezTo>
                  <a:cubicBezTo>
                    <a:pt x="8" y="59"/>
                    <a:pt x="12" y="62"/>
                    <a:pt x="17" y="64"/>
                  </a:cubicBezTo>
                  <a:cubicBezTo>
                    <a:pt x="21" y="67"/>
                    <a:pt x="26" y="69"/>
                    <a:pt x="31" y="71"/>
                  </a:cubicBezTo>
                  <a:cubicBezTo>
                    <a:pt x="36" y="73"/>
                    <a:pt x="40" y="74"/>
                    <a:pt x="42" y="75"/>
                  </a:cubicBezTo>
                  <a:cubicBezTo>
                    <a:pt x="51" y="79"/>
                    <a:pt x="61" y="81"/>
                    <a:pt x="71" y="83"/>
                  </a:cubicBezTo>
                  <a:cubicBezTo>
                    <a:pt x="82" y="85"/>
                    <a:pt x="92" y="87"/>
                    <a:pt x="103" y="88"/>
                  </a:cubicBezTo>
                  <a:cubicBezTo>
                    <a:pt x="114" y="90"/>
                    <a:pt x="125" y="91"/>
                    <a:pt x="135" y="91"/>
                  </a:cubicBezTo>
                  <a:cubicBezTo>
                    <a:pt x="146" y="92"/>
                    <a:pt x="156" y="92"/>
                    <a:pt x="166" y="92"/>
                  </a:cubicBezTo>
                  <a:cubicBezTo>
                    <a:pt x="176" y="92"/>
                    <a:pt x="186" y="92"/>
                    <a:pt x="196" y="91"/>
                  </a:cubicBezTo>
                  <a:cubicBezTo>
                    <a:pt x="207" y="91"/>
                    <a:pt x="218" y="90"/>
                    <a:pt x="229" y="88"/>
                  </a:cubicBezTo>
                  <a:cubicBezTo>
                    <a:pt x="239" y="87"/>
                    <a:pt x="250" y="85"/>
                    <a:pt x="260" y="83"/>
                  </a:cubicBezTo>
                  <a:cubicBezTo>
                    <a:pt x="271" y="81"/>
                    <a:pt x="280" y="79"/>
                    <a:pt x="289" y="75"/>
                  </a:cubicBezTo>
                  <a:cubicBezTo>
                    <a:pt x="292" y="74"/>
                    <a:pt x="296" y="73"/>
                    <a:pt x="301" y="71"/>
                  </a:cubicBezTo>
                  <a:cubicBezTo>
                    <a:pt x="306" y="69"/>
                    <a:pt x="310" y="67"/>
                    <a:pt x="315" y="64"/>
                  </a:cubicBezTo>
                  <a:cubicBezTo>
                    <a:pt x="319" y="62"/>
                    <a:pt x="323" y="59"/>
                    <a:pt x="327" y="56"/>
                  </a:cubicBezTo>
                  <a:cubicBezTo>
                    <a:pt x="330" y="53"/>
                    <a:pt x="332" y="50"/>
                    <a:pt x="332" y="46"/>
                  </a:cubicBezTo>
                  <a:lnTo>
                    <a:pt x="332" y="0"/>
                  </a:lnTo>
                  <a:cubicBezTo>
                    <a:pt x="321" y="6"/>
                    <a:pt x="308" y="11"/>
                    <a:pt x="294" y="15"/>
                  </a:cubicBezTo>
                  <a:cubicBezTo>
                    <a:pt x="281" y="19"/>
                    <a:pt x="266" y="22"/>
                    <a:pt x="252" y="25"/>
                  </a:cubicBezTo>
                  <a:close/>
                </a:path>
              </a:pathLst>
            </a:custGeom>
            <a:solidFill>
              <a:srgbClr val="C1C1C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de-DE"/>
            </a:p>
          </p:txBody>
        </p:sp>
        <p:sp>
          <p:nvSpPr>
            <p:cNvPr id="106" name="Freeform 12">
              <a:extLst>
                <a:ext uri="{FF2B5EF4-FFF2-40B4-BE49-F238E27FC236}">
                  <a16:creationId xmlns:a16="http://schemas.microsoft.com/office/drawing/2014/main" id="{7688671F-4FA4-4224-8F25-BB92B3EEB454}"/>
                </a:ext>
              </a:extLst>
            </p:cNvPr>
            <p:cNvSpPr>
              <a:spLocks/>
            </p:cNvSpPr>
            <p:nvPr/>
          </p:nvSpPr>
          <p:spPr bwMode="auto">
            <a:xfrm>
              <a:off x="697" y="424"/>
              <a:ext cx="274" cy="76"/>
            </a:xfrm>
            <a:custGeom>
              <a:avLst/>
              <a:gdLst>
                <a:gd name="T0" fmla="*/ 252 w 332"/>
                <a:gd name="T1" fmla="*/ 25 h 92"/>
                <a:gd name="T2" fmla="*/ 252 w 332"/>
                <a:gd name="T3" fmla="*/ 25 h 92"/>
                <a:gd name="T4" fmla="*/ 207 w 332"/>
                <a:gd name="T5" fmla="*/ 30 h 92"/>
                <a:gd name="T6" fmla="*/ 166 w 332"/>
                <a:gd name="T7" fmla="*/ 31 h 92"/>
                <a:gd name="T8" fmla="*/ 124 w 332"/>
                <a:gd name="T9" fmla="*/ 30 h 92"/>
                <a:gd name="T10" fmla="*/ 80 w 332"/>
                <a:gd name="T11" fmla="*/ 25 h 92"/>
                <a:gd name="T12" fmla="*/ 37 w 332"/>
                <a:gd name="T13" fmla="*/ 15 h 92"/>
                <a:gd name="T14" fmla="*/ 0 w 332"/>
                <a:gd name="T15" fmla="*/ 0 h 92"/>
                <a:gd name="T16" fmla="*/ 0 w 332"/>
                <a:gd name="T17" fmla="*/ 46 h 92"/>
                <a:gd name="T18" fmla="*/ 5 w 332"/>
                <a:gd name="T19" fmla="*/ 56 h 92"/>
                <a:gd name="T20" fmla="*/ 17 w 332"/>
                <a:gd name="T21" fmla="*/ 64 h 92"/>
                <a:gd name="T22" fmla="*/ 31 w 332"/>
                <a:gd name="T23" fmla="*/ 71 h 92"/>
                <a:gd name="T24" fmla="*/ 42 w 332"/>
                <a:gd name="T25" fmla="*/ 75 h 92"/>
                <a:gd name="T26" fmla="*/ 72 w 332"/>
                <a:gd name="T27" fmla="*/ 83 h 92"/>
                <a:gd name="T28" fmla="*/ 103 w 332"/>
                <a:gd name="T29" fmla="*/ 88 h 92"/>
                <a:gd name="T30" fmla="*/ 135 w 332"/>
                <a:gd name="T31" fmla="*/ 91 h 92"/>
                <a:gd name="T32" fmla="*/ 166 w 332"/>
                <a:gd name="T33" fmla="*/ 92 h 92"/>
                <a:gd name="T34" fmla="*/ 197 w 332"/>
                <a:gd name="T35" fmla="*/ 91 h 92"/>
                <a:gd name="T36" fmla="*/ 228 w 332"/>
                <a:gd name="T37" fmla="*/ 88 h 92"/>
                <a:gd name="T38" fmla="*/ 260 w 332"/>
                <a:gd name="T39" fmla="*/ 83 h 92"/>
                <a:gd name="T40" fmla="*/ 289 w 332"/>
                <a:gd name="T41" fmla="*/ 75 h 92"/>
                <a:gd name="T42" fmla="*/ 301 w 332"/>
                <a:gd name="T43" fmla="*/ 71 h 92"/>
                <a:gd name="T44" fmla="*/ 315 w 332"/>
                <a:gd name="T45" fmla="*/ 64 h 92"/>
                <a:gd name="T46" fmla="*/ 327 w 332"/>
                <a:gd name="T47" fmla="*/ 56 h 92"/>
                <a:gd name="T48" fmla="*/ 332 w 332"/>
                <a:gd name="T49" fmla="*/ 46 h 92"/>
                <a:gd name="T50" fmla="*/ 332 w 332"/>
                <a:gd name="T51" fmla="*/ 0 h 92"/>
                <a:gd name="T52" fmla="*/ 295 w 332"/>
                <a:gd name="T53" fmla="*/ 15 h 92"/>
                <a:gd name="T54" fmla="*/ 252 w 332"/>
                <a:gd name="T55" fmla="*/ 25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32" h="92">
                  <a:moveTo>
                    <a:pt x="252" y="25"/>
                  </a:moveTo>
                  <a:lnTo>
                    <a:pt x="252" y="25"/>
                  </a:lnTo>
                  <a:cubicBezTo>
                    <a:pt x="237" y="27"/>
                    <a:pt x="222" y="29"/>
                    <a:pt x="207" y="30"/>
                  </a:cubicBezTo>
                  <a:cubicBezTo>
                    <a:pt x="193" y="31"/>
                    <a:pt x="179" y="31"/>
                    <a:pt x="166" y="31"/>
                  </a:cubicBezTo>
                  <a:cubicBezTo>
                    <a:pt x="153" y="31"/>
                    <a:pt x="139" y="31"/>
                    <a:pt x="124" y="30"/>
                  </a:cubicBezTo>
                  <a:cubicBezTo>
                    <a:pt x="110" y="29"/>
                    <a:pt x="95" y="27"/>
                    <a:pt x="80" y="25"/>
                  </a:cubicBezTo>
                  <a:cubicBezTo>
                    <a:pt x="65" y="22"/>
                    <a:pt x="51" y="19"/>
                    <a:pt x="37" y="15"/>
                  </a:cubicBezTo>
                  <a:cubicBezTo>
                    <a:pt x="23" y="11"/>
                    <a:pt x="11" y="6"/>
                    <a:pt x="0" y="0"/>
                  </a:cubicBezTo>
                  <a:lnTo>
                    <a:pt x="0" y="46"/>
                  </a:lnTo>
                  <a:cubicBezTo>
                    <a:pt x="0" y="50"/>
                    <a:pt x="2" y="53"/>
                    <a:pt x="5" y="56"/>
                  </a:cubicBezTo>
                  <a:cubicBezTo>
                    <a:pt x="8" y="59"/>
                    <a:pt x="12" y="62"/>
                    <a:pt x="17" y="64"/>
                  </a:cubicBezTo>
                  <a:cubicBezTo>
                    <a:pt x="21" y="67"/>
                    <a:pt x="26" y="69"/>
                    <a:pt x="31" y="71"/>
                  </a:cubicBezTo>
                  <a:cubicBezTo>
                    <a:pt x="36" y="73"/>
                    <a:pt x="40" y="75"/>
                    <a:pt x="42" y="75"/>
                  </a:cubicBezTo>
                  <a:cubicBezTo>
                    <a:pt x="52" y="79"/>
                    <a:pt x="61" y="81"/>
                    <a:pt x="72" y="83"/>
                  </a:cubicBezTo>
                  <a:cubicBezTo>
                    <a:pt x="82" y="85"/>
                    <a:pt x="93" y="87"/>
                    <a:pt x="103" y="88"/>
                  </a:cubicBezTo>
                  <a:cubicBezTo>
                    <a:pt x="114" y="90"/>
                    <a:pt x="125" y="91"/>
                    <a:pt x="135" y="91"/>
                  </a:cubicBezTo>
                  <a:cubicBezTo>
                    <a:pt x="146" y="92"/>
                    <a:pt x="156" y="92"/>
                    <a:pt x="166" y="92"/>
                  </a:cubicBezTo>
                  <a:cubicBezTo>
                    <a:pt x="176" y="92"/>
                    <a:pt x="186" y="92"/>
                    <a:pt x="197" y="91"/>
                  </a:cubicBezTo>
                  <a:cubicBezTo>
                    <a:pt x="207" y="91"/>
                    <a:pt x="218" y="90"/>
                    <a:pt x="228" y="88"/>
                  </a:cubicBezTo>
                  <a:cubicBezTo>
                    <a:pt x="239" y="87"/>
                    <a:pt x="250" y="85"/>
                    <a:pt x="260" y="83"/>
                  </a:cubicBezTo>
                  <a:cubicBezTo>
                    <a:pt x="270" y="81"/>
                    <a:pt x="280" y="79"/>
                    <a:pt x="289" y="75"/>
                  </a:cubicBezTo>
                  <a:cubicBezTo>
                    <a:pt x="292" y="75"/>
                    <a:pt x="296" y="73"/>
                    <a:pt x="301" y="71"/>
                  </a:cubicBezTo>
                  <a:cubicBezTo>
                    <a:pt x="306" y="69"/>
                    <a:pt x="310" y="67"/>
                    <a:pt x="315" y="64"/>
                  </a:cubicBezTo>
                  <a:cubicBezTo>
                    <a:pt x="319" y="62"/>
                    <a:pt x="323" y="59"/>
                    <a:pt x="327" y="56"/>
                  </a:cubicBezTo>
                  <a:cubicBezTo>
                    <a:pt x="330" y="53"/>
                    <a:pt x="332" y="50"/>
                    <a:pt x="332" y="46"/>
                  </a:cubicBezTo>
                  <a:lnTo>
                    <a:pt x="332" y="0"/>
                  </a:lnTo>
                  <a:cubicBezTo>
                    <a:pt x="321" y="6"/>
                    <a:pt x="308" y="11"/>
                    <a:pt x="295" y="15"/>
                  </a:cubicBezTo>
                  <a:cubicBezTo>
                    <a:pt x="281" y="19"/>
                    <a:pt x="267" y="22"/>
                    <a:pt x="252" y="25"/>
                  </a:cubicBezTo>
                  <a:close/>
                </a:path>
              </a:pathLst>
            </a:custGeom>
            <a:solidFill>
              <a:srgbClr val="D1D1D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de-DE"/>
            </a:p>
          </p:txBody>
        </p:sp>
        <p:sp>
          <p:nvSpPr>
            <p:cNvPr id="107" name="Freeform 13">
              <a:extLst>
                <a:ext uri="{FF2B5EF4-FFF2-40B4-BE49-F238E27FC236}">
                  <a16:creationId xmlns:a16="http://schemas.microsoft.com/office/drawing/2014/main" id="{505A89E6-4A4A-4E4B-AA2F-328F0A8A54BF}"/>
                </a:ext>
              </a:extLst>
            </p:cNvPr>
            <p:cNvSpPr>
              <a:spLocks/>
            </p:cNvSpPr>
            <p:nvPr/>
          </p:nvSpPr>
          <p:spPr bwMode="auto">
            <a:xfrm>
              <a:off x="697" y="349"/>
              <a:ext cx="274" cy="76"/>
            </a:xfrm>
            <a:custGeom>
              <a:avLst/>
              <a:gdLst>
                <a:gd name="T0" fmla="*/ 315 w 332"/>
                <a:gd name="T1" fmla="*/ 28 h 92"/>
                <a:gd name="T2" fmla="*/ 315 w 332"/>
                <a:gd name="T3" fmla="*/ 28 h 92"/>
                <a:gd name="T4" fmla="*/ 301 w 332"/>
                <a:gd name="T5" fmla="*/ 21 h 92"/>
                <a:gd name="T6" fmla="*/ 289 w 332"/>
                <a:gd name="T7" fmla="*/ 17 h 92"/>
                <a:gd name="T8" fmla="*/ 260 w 332"/>
                <a:gd name="T9" fmla="*/ 9 h 92"/>
                <a:gd name="T10" fmla="*/ 228 w 332"/>
                <a:gd name="T11" fmla="*/ 4 h 92"/>
                <a:gd name="T12" fmla="*/ 196 w 332"/>
                <a:gd name="T13" fmla="*/ 1 h 92"/>
                <a:gd name="T14" fmla="*/ 166 w 332"/>
                <a:gd name="T15" fmla="*/ 0 h 92"/>
                <a:gd name="T16" fmla="*/ 135 w 332"/>
                <a:gd name="T17" fmla="*/ 1 h 92"/>
                <a:gd name="T18" fmla="*/ 103 w 332"/>
                <a:gd name="T19" fmla="*/ 4 h 92"/>
                <a:gd name="T20" fmla="*/ 72 w 332"/>
                <a:gd name="T21" fmla="*/ 9 h 92"/>
                <a:gd name="T22" fmla="*/ 42 w 332"/>
                <a:gd name="T23" fmla="*/ 17 h 92"/>
                <a:gd name="T24" fmla="*/ 31 w 332"/>
                <a:gd name="T25" fmla="*/ 21 h 92"/>
                <a:gd name="T26" fmla="*/ 17 w 332"/>
                <a:gd name="T27" fmla="*/ 28 h 92"/>
                <a:gd name="T28" fmla="*/ 5 w 332"/>
                <a:gd name="T29" fmla="*/ 37 h 92"/>
                <a:gd name="T30" fmla="*/ 0 w 332"/>
                <a:gd name="T31" fmla="*/ 46 h 92"/>
                <a:gd name="T32" fmla="*/ 1 w 332"/>
                <a:gd name="T33" fmla="*/ 50 h 92"/>
                <a:gd name="T34" fmla="*/ 3 w 332"/>
                <a:gd name="T35" fmla="*/ 53 h 92"/>
                <a:gd name="T36" fmla="*/ 21 w 332"/>
                <a:gd name="T37" fmla="*/ 66 h 92"/>
                <a:gd name="T38" fmla="*/ 46 w 332"/>
                <a:gd name="T39" fmla="*/ 76 h 92"/>
                <a:gd name="T40" fmla="*/ 77 w 332"/>
                <a:gd name="T41" fmla="*/ 84 h 92"/>
                <a:gd name="T42" fmla="*/ 109 w 332"/>
                <a:gd name="T43" fmla="*/ 88 h 92"/>
                <a:gd name="T44" fmla="*/ 140 w 332"/>
                <a:gd name="T45" fmla="*/ 91 h 92"/>
                <a:gd name="T46" fmla="*/ 166 w 332"/>
                <a:gd name="T47" fmla="*/ 92 h 92"/>
                <a:gd name="T48" fmla="*/ 192 w 332"/>
                <a:gd name="T49" fmla="*/ 91 h 92"/>
                <a:gd name="T50" fmla="*/ 223 w 332"/>
                <a:gd name="T51" fmla="*/ 88 h 92"/>
                <a:gd name="T52" fmla="*/ 255 w 332"/>
                <a:gd name="T53" fmla="*/ 84 h 92"/>
                <a:gd name="T54" fmla="*/ 285 w 332"/>
                <a:gd name="T55" fmla="*/ 76 h 92"/>
                <a:gd name="T56" fmla="*/ 311 w 332"/>
                <a:gd name="T57" fmla="*/ 66 h 92"/>
                <a:gd name="T58" fmla="*/ 328 w 332"/>
                <a:gd name="T59" fmla="*/ 53 h 92"/>
                <a:gd name="T60" fmla="*/ 331 w 332"/>
                <a:gd name="T61" fmla="*/ 50 h 92"/>
                <a:gd name="T62" fmla="*/ 332 w 332"/>
                <a:gd name="T63" fmla="*/ 46 h 92"/>
                <a:gd name="T64" fmla="*/ 327 w 332"/>
                <a:gd name="T65" fmla="*/ 37 h 92"/>
                <a:gd name="T66" fmla="*/ 315 w 332"/>
                <a:gd name="T67" fmla="*/ 28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32" h="92">
                  <a:moveTo>
                    <a:pt x="315" y="28"/>
                  </a:moveTo>
                  <a:lnTo>
                    <a:pt x="315" y="28"/>
                  </a:lnTo>
                  <a:cubicBezTo>
                    <a:pt x="310" y="26"/>
                    <a:pt x="306" y="23"/>
                    <a:pt x="301" y="21"/>
                  </a:cubicBezTo>
                  <a:cubicBezTo>
                    <a:pt x="296" y="19"/>
                    <a:pt x="292" y="18"/>
                    <a:pt x="289" y="17"/>
                  </a:cubicBezTo>
                  <a:cubicBezTo>
                    <a:pt x="280" y="14"/>
                    <a:pt x="270" y="11"/>
                    <a:pt x="260" y="9"/>
                  </a:cubicBezTo>
                  <a:cubicBezTo>
                    <a:pt x="250" y="7"/>
                    <a:pt x="239" y="5"/>
                    <a:pt x="228" y="4"/>
                  </a:cubicBezTo>
                  <a:cubicBezTo>
                    <a:pt x="218" y="3"/>
                    <a:pt x="207" y="2"/>
                    <a:pt x="196" y="1"/>
                  </a:cubicBezTo>
                  <a:cubicBezTo>
                    <a:pt x="186" y="1"/>
                    <a:pt x="176" y="0"/>
                    <a:pt x="166" y="0"/>
                  </a:cubicBezTo>
                  <a:cubicBezTo>
                    <a:pt x="156" y="0"/>
                    <a:pt x="146" y="1"/>
                    <a:pt x="135" y="1"/>
                  </a:cubicBezTo>
                  <a:cubicBezTo>
                    <a:pt x="125" y="2"/>
                    <a:pt x="114" y="3"/>
                    <a:pt x="103" y="4"/>
                  </a:cubicBezTo>
                  <a:cubicBezTo>
                    <a:pt x="93" y="5"/>
                    <a:pt x="82" y="7"/>
                    <a:pt x="72" y="9"/>
                  </a:cubicBezTo>
                  <a:cubicBezTo>
                    <a:pt x="61" y="11"/>
                    <a:pt x="52" y="14"/>
                    <a:pt x="42" y="17"/>
                  </a:cubicBezTo>
                  <a:cubicBezTo>
                    <a:pt x="40" y="18"/>
                    <a:pt x="36" y="19"/>
                    <a:pt x="31" y="21"/>
                  </a:cubicBezTo>
                  <a:cubicBezTo>
                    <a:pt x="26" y="23"/>
                    <a:pt x="21" y="26"/>
                    <a:pt x="17" y="28"/>
                  </a:cubicBezTo>
                  <a:cubicBezTo>
                    <a:pt x="12" y="31"/>
                    <a:pt x="8" y="34"/>
                    <a:pt x="5" y="37"/>
                  </a:cubicBezTo>
                  <a:cubicBezTo>
                    <a:pt x="2" y="40"/>
                    <a:pt x="0" y="43"/>
                    <a:pt x="0" y="46"/>
                  </a:cubicBezTo>
                  <a:cubicBezTo>
                    <a:pt x="0" y="47"/>
                    <a:pt x="0" y="48"/>
                    <a:pt x="1" y="50"/>
                  </a:cubicBezTo>
                  <a:cubicBezTo>
                    <a:pt x="2" y="51"/>
                    <a:pt x="2" y="52"/>
                    <a:pt x="3" y="53"/>
                  </a:cubicBezTo>
                  <a:cubicBezTo>
                    <a:pt x="7" y="58"/>
                    <a:pt x="13" y="62"/>
                    <a:pt x="21" y="66"/>
                  </a:cubicBezTo>
                  <a:cubicBezTo>
                    <a:pt x="28" y="70"/>
                    <a:pt x="37" y="73"/>
                    <a:pt x="46" y="76"/>
                  </a:cubicBezTo>
                  <a:cubicBezTo>
                    <a:pt x="56" y="79"/>
                    <a:pt x="66" y="82"/>
                    <a:pt x="77" y="84"/>
                  </a:cubicBezTo>
                  <a:cubicBezTo>
                    <a:pt x="87" y="86"/>
                    <a:pt x="98" y="87"/>
                    <a:pt x="109" y="88"/>
                  </a:cubicBezTo>
                  <a:cubicBezTo>
                    <a:pt x="120" y="89"/>
                    <a:pt x="130" y="90"/>
                    <a:pt x="140" y="91"/>
                  </a:cubicBezTo>
                  <a:cubicBezTo>
                    <a:pt x="149" y="91"/>
                    <a:pt x="158" y="92"/>
                    <a:pt x="166" y="92"/>
                  </a:cubicBezTo>
                  <a:cubicBezTo>
                    <a:pt x="173" y="92"/>
                    <a:pt x="182" y="91"/>
                    <a:pt x="192" y="91"/>
                  </a:cubicBezTo>
                  <a:cubicBezTo>
                    <a:pt x="202" y="90"/>
                    <a:pt x="212" y="89"/>
                    <a:pt x="223" y="88"/>
                  </a:cubicBezTo>
                  <a:cubicBezTo>
                    <a:pt x="234" y="87"/>
                    <a:pt x="244" y="86"/>
                    <a:pt x="255" y="84"/>
                  </a:cubicBezTo>
                  <a:cubicBezTo>
                    <a:pt x="266" y="82"/>
                    <a:pt x="276" y="79"/>
                    <a:pt x="285" y="76"/>
                  </a:cubicBezTo>
                  <a:cubicBezTo>
                    <a:pt x="295" y="73"/>
                    <a:pt x="303" y="70"/>
                    <a:pt x="311" y="66"/>
                  </a:cubicBezTo>
                  <a:cubicBezTo>
                    <a:pt x="319" y="62"/>
                    <a:pt x="324" y="58"/>
                    <a:pt x="328" y="53"/>
                  </a:cubicBezTo>
                  <a:cubicBezTo>
                    <a:pt x="329" y="52"/>
                    <a:pt x="330" y="51"/>
                    <a:pt x="331" y="50"/>
                  </a:cubicBezTo>
                  <a:cubicBezTo>
                    <a:pt x="331" y="48"/>
                    <a:pt x="332" y="47"/>
                    <a:pt x="332" y="46"/>
                  </a:cubicBezTo>
                  <a:cubicBezTo>
                    <a:pt x="332" y="43"/>
                    <a:pt x="330" y="40"/>
                    <a:pt x="327" y="37"/>
                  </a:cubicBezTo>
                  <a:cubicBezTo>
                    <a:pt x="323" y="34"/>
                    <a:pt x="319" y="31"/>
                    <a:pt x="315" y="28"/>
                  </a:cubicBezTo>
                  <a:close/>
                </a:path>
              </a:pathLst>
            </a:custGeom>
            <a:solidFill>
              <a:srgbClr val="2F2F2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de-DE"/>
            </a:p>
          </p:txBody>
        </p:sp>
        <p:sp>
          <p:nvSpPr>
            <p:cNvPr id="108" name="Freeform 14">
              <a:extLst>
                <a:ext uri="{FF2B5EF4-FFF2-40B4-BE49-F238E27FC236}">
                  <a16:creationId xmlns:a16="http://schemas.microsoft.com/office/drawing/2014/main" id="{F573668A-F239-40E6-A68E-01CBE6687D2B}"/>
                </a:ext>
              </a:extLst>
            </p:cNvPr>
            <p:cNvSpPr>
              <a:spLocks/>
            </p:cNvSpPr>
            <p:nvPr/>
          </p:nvSpPr>
          <p:spPr bwMode="auto">
            <a:xfrm>
              <a:off x="697" y="500"/>
              <a:ext cx="274" cy="76"/>
            </a:xfrm>
            <a:custGeom>
              <a:avLst/>
              <a:gdLst>
                <a:gd name="T0" fmla="*/ 252 w 332"/>
                <a:gd name="T1" fmla="*/ 24 h 92"/>
                <a:gd name="T2" fmla="*/ 252 w 332"/>
                <a:gd name="T3" fmla="*/ 24 h 92"/>
                <a:gd name="T4" fmla="*/ 207 w 332"/>
                <a:gd name="T5" fmla="*/ 29 h 92"/>
                <a:gd name="T6" fmla="*/ 166 w 332"/>
                <a:gd name="T7" fmla="*/ 31 h 92"/>
                <a:gd name="T8" fmla="*/ 124 w 332"/>
                <a:gd name="T9" fmla="*/ 29 h 92"/>
                <a:gd name="T10" fmla="*/ 80 w 332"/>
                <a:gd name="T11" fmla="*/ 24 h 92"/>
                <a:gd name="T12" fmla="*/ 37 w 332"/>
                <a:gd name="T13" fmla="*/ 15 h 92"/>
                <a:gd name="T14" fmla="*/ 0 w 332"/>
                <a:gd name="T15" fmla="*/ 0 h 92"/>
                <a:gd name="T16" fmla="*/ 0 w 332"/>
                <a:gd name="T17" fmla="*/ 46 h 92"/>
                <a:gd name="T18" fmla="*/ 5 w 332"/>
                <a:gd name="T19" fmla="*/ 55 h 92"/>
                <a:gd name="T20" fmla="*/ 17 w 332"/>
                <a:gd name="T21" fmla="*/ 64 h 92"/>
                <a:gd name="T22" fmla="*/ 31 w 332"/>
                <a:gd name="T23" fmla="*/ 71 h 92"/>
                <a:gd name="T24" fmla="*/ 42 w 332"/>
                <a:gd name="T25" fmla="*/ 75 h 92"/>
                <a:gd name="T26" fmla="*/ 71 w 332"/>
                <a:gd name="T27" fmla="*/ 83 h 92"/>
                <a:gd name="T28" fmla="*/ 103 w 332"/>
                <a:gd name="T29" fmla="*/ 88 h 92"/>
                <a:gd name="T30" fmla="*/ 135 w 332"/>
                <a:gd name="T31" fmla="*/ 91 h 92"/>
                <a:gd name="T32" fmla="*/ 166 w 332"/>
                <a:gd name="T33" fmla="*/ 92 h 92"/>
                <a:gd name="T34" fmla="*/ 196 w 332"/>
                <a:gd name="T35" fmla="*/ 91 h 92"/>
                <a:gd name="T36" fmla="*/ 229 w 332"/>
                <a:gd name="T37" fmla="*/ 88 h 92"/>
                <a:gd name="T38" fmla="*/ 260 w 332"/>
                <a:gd name="T39" fmla="*/ 83 h 92"/>
                <a:gd name="T40" fmla="*/ 289 w 332"/>
                <a:gd name="T41" fmla="*/ 75 h 92"/>
                <a:gd name="T42" fmla="*/ 301 w 332"/>
                <a:gd name="T43" fmla="*/ 71 h 92"/>
                <a:gd name="T44" fmla="*/ 315 w 332"/>
                <a:gd name="T45" fmla="*/ 64 h 92"/>
                <a:gd name="T46" fmla="*/ 327 w 332"/>
                <a:gd name="T47" fmla="*/ 55 h 92"/>
                <a:gd name="T48" fmla="*/ 332 w 332"/>
                <a:gd name="T49" fmla="*/ 46 h 92"/>
                <a:gd name="T50" fmla="*/ 332 w 332"/>
                <a:gd name="T51" fmla="*/ 0 h 92"/>
                <a:gd name="T52" fmla="*/ 294 w 332"/>
                <a:gd name="T53" fmla="*/ 15 h 92"/>
                <a:gd name="T54" fmla="*/ 252 w 332"/>
                <a:gd name="T55" fmla="*/ 24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32" h="92">
                  <a:moveTo>
                    <a:pt x="252" y="24"/>
                  </a:moveTo>
                  <a:lnTo>
                    <a:pt x="252" y="24"/>
                  </a:lnTo>
                  <a:cubicBezTo>
                    <a:pt x="237" y="27"/>
                    <a:pt x="222" y="28"/>
                    <a:pt x="207" y="29"/>
                  </a:cubicBezTo>
                  <a:cubicBezTo>
                    <a:pt x="192" y="30"/>
                    <a:pt x="179" y="31"/>
                    <a:pt x="166" y="31"/>
                  </a:cubicBezTo>
                  <a:cubicBezTo>
                    <a:pt x="153" y="31"/>
                    <a:pt x="139" y="30"/>
                    <a:pt x="124" y="29"/>
                  </a:cubicBezTo>
                  <a:cubicBezTo>
                    <a:pt x="110" y="28"/>
                    <a:pt x="95" y="27"/>
                    <a:pt x="80" y="24"/>
                  </a:cubicBezTo>
                  <a:cubicBezTo>
                    <a:pt x="65" y="22"/>
                    <a:pt x="51" y="19"/>
                    <a:pt x="37" y="15"/>
                  </a:cubicBezTo>
                  <a:cubicBezTo>
                    <a:pt x="23" y="11"/>
                    <a:pt x="11" y="6"/>
                    <a:pt x="0" y="0"/>
                  </a:cubicBezTo>
                  <a:lnTo>
                    <a:pt x="0" y="46"/>
                  </a:lnTo>
                  <a:cubicBezTo>
                    <a:pt x="0" y="49"/>
                    <a:pt x="2" y="52"/>
                    <a:pt x="5" y="55"/>
                  </a:cubicBezTo>
                  <a:cubicBezTo>
                    <a:pt x="8" y="58"/>
                    <a:pt x="12" y="61"/>
                    <a:pt x="17" y="64"/>
                  </a:cubicBezTo>
                  <a:cubicBezTo>
                    <a:pt x="21" y="66"/>
                    <a:pt x="26" y="69"/>
                    <a:pt x="31" y="71"/>
                  </a:cubicBezTo>
                  <a:cubicBezTo>
                    <a:pt x="36" y="73"/>
                    <a:pt x="40" y="74"/>
                    <a:pt x="42" y="75"/>
                  </a:cubicBezTo>
                  <a:cubicBezTo>
                    <a:pt x="51" y="78"/>
                    <a:pt x="61" y="81"/>
                    <a:pt x="71" y="83"/>
                  </a:cubicBezTo>
                  <a:cubicBezTo>
                    <a:pt x="82" y="85"/>
                    <a:pt x="92" y="87"/>
                    <a:pt x="103" y="88"/>
                  </a:cubicBezTo>
                  <a:cubicBezTo>
                    <a:pt x="114" y="89"/>
                    <a:pt x="125" y="90"/>
                    <a:pt x="135" y="91"/>
                  </a:cubicBezTo>
                  <a:cubicBezTo>
                    <a:pt x="146" y="91"/>
                    <a:pt x="156" y="92"/>
                    <a:pt x="166" y="92"/>
                  </a:cubicBezTo>
                  <a:cubicBezTo>
                    <a:pt x="176" y="92"/>
                    <a:pt x="186" y="91"/>
                    <a:pt x="196" y="91"/>
                  </a:cubicBezTo>
                  <a:cubicBezTo>
                    <a:pt x="207" y="90"/>
                    <a:pt x="218" y="89"/>
                    <a:pt x="229" y="88"/>
                  </a:cubicBezTo>
                  <a:cubicBezTo>
                    <a:pt x="239" y="87"/>
                    <a:pt x="250" y="85"/>
                    <a:pt x="260" y="83"/>
                  </a:cubicBezTo>
                  <a:cubicBezTo>
                    <a:pt x="271" y="81"/>
                    <a:pt x="280" y="78"/>
                    <a:pt x="289" y="75"/>
                  </a:cubicBezTo>
                  <a:cubicBezTo>
                    <a:pt x="292" y="74"/>
                    <a:pt x="296" y="73"/>
                    <a:pt x="301" y="71"/>
                  </a:cubicBezTo>
                  <a:cubicBezTo>
                    <a:pt x="306" y="69"/>
                    <a:pt x="310" y="66"/>
                    <a:pt x="315" y="64"/>
                  </a:cubicBezTo>
                  <a:cubicBezTo>
                    <a:pt x="319" y="61"/>
                    <a:pt x="323" y="58"/>
                    <a:pt x="327" y="55"/>
                  </a:cubicBezTo>
                  <a:cubicBezTo>
                    <a:pt x="330" y="52"/>
                    <a:pt x="332" y="49"/>
                    <a:pt x="332" y="46"/>
                  </a:cubicBezTo>
                  <a:lnTo>
                    <a:pt x="332" y="0"/>
                  </a:lnTo>
                  <a:cubicBezTo>
                    <a:pt x="321" y="6"/>
                    <a:pt x="308" y="11"/>
                    <a:pt x="294" y="15"/>
                  </a:cubicBezTo>
                  <a:cubicBezTo>
                    <a:pt x="281" y="19"/>
                    <a:pt x="266" y="22"/>
                    <a:pt x="252" y="24"/>
                  </a:cubicBezTo>
                  <a:close/>
                </a:path>
              </a:pathLst>
            </a:custGeom>
            <a:solidFill>
              <a:srgbClr val="ED1A3B"/>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de-DE"/>
            </a:p>
          </p:txBody>
        </p:sp>
      </p:grpSp>
    </p:spTree>
    <p:extLst>
      <p:ext uri="{BB962C8B-B14F-4D97-AF65-F5344CB8AC3E}">
        <p14:creationId xmlns:p14="http://schemas.microsoft.com/office/powerpoint/2010/main" val="7694005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A60125F6-6141-4258-A0BA-AF2E7F801235}"/>
              </a:ext>
            </a:extLst>
          </p:cNvPr>
          <p:cNvSpPr>
            <a:spLocks noGrp="1"/>
          </p:cNvSpPr>
          <p:nvPr>
            <p:ph type="body" sz="quarter" idx="15"/>
          </p:nvPr>
        </p:nvSpPr>
        <p:spPr/>
        <p:txBody>
          <a:bodyPr/>
          <a:lstStyle/>
          <a:p>
            <a:r>
              <a:rPr lang="de-DE" dirty="0"/>
              <a:t>Security – Compliance</a:t>
            </a:r>
          </a:p>
        </p:txBody>
      </p:sp>
      <p:sp>
        <p:nvSpPr>
          <p:cNvPr id="3" name="Titel 2">
            <a:extLst>
              <a:ext uri="{FF2B5EF4-FFF2-40B4-BE49-F238E27FC236}">
                <a16:creationId xmlns:a16="http://schemas.microsoft.com/office/drawing/2014/main" id="{0D13D416-5D2A-4209-85B8-AEE30BC8B8E9}"/>
              </a:ext>
            </a:extLst>
          </p:cNvPr>
          <p:cNvSpPr>
            <a:spLocks noGrp="1"/>
          </p:cNvSpPr>
          <p:nvPr>
            <p:ph type="title"/>
          </p:nvPr>
        </p:nvSpPr>
        <p:spPr/>
        <p:txBody>
          <a:bodyPr/>
          <a:lstStyle/>
          <a:p>
            <a:r>
              <a:rPr lang="de-DE" dirty="0"/>
              <a:t>Azure &amp; Microsoft 365</a:t>
            </a:r>
          </a:p>
        </p:txBody>
      </p:sp>
      <p:pic>
        <p:nvPicPr>
          <p:cNvPr id="5" name="Picture 64" descr="A person that is standing in the water&#10;&#10;Description automatically generated">
            <a:extLst>
              <a:ext uri="{FF2B5EF4-FFF2-40B4-BE49-F238E27FC236}">
                <a16:creationId xmlns:a16="http://schemas.microsoft.com/office/drawing/2014/main" id="{5F671346-D05F-4214-9D22-9E5928057249}"/>
              </a:ext>
            </a:extLst>
          </p:cNvPr>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a:xfrm>
            <a:off x="5283975" y="0"/>
            <a:ext cx="3861573" cy="1545495"/>
          </a:xfrm>
          <a:custGeom>
            <a:avLst/>
            <a:gdLst>
              <a:gd name="connsiteX0" fmla="*/ 767624 w 4141454"/>
              <a:gd name="connsiteY0" fmla="*/ 0 h 1657510"/>
              <a:gd name="connsiteX1" fmla="*/ 4141454 w 4141454"/>
              <a:gd name="connsiteY1" fmla="*/ 0 h 1657510"/>
              <a:gd name="connsiteX2" fmla="*/ 4141454 w 4141454"/>
              <a:gd name="connsiteY2" fmla="*/ 1160721 h 1657510"/>
              <a:gd name="connsiteX3" fmla="*/ 3921690 w 4141454"/>
              <a:gd name="connsiteY3" fmla="*/ 1160721 h 1657510"/>
              <a:gd name="connsiteX4" fmla="*/ 3921690 w 4141454"/>
              <a:gd name="connsiteY4" fmla="*/ 1434651 h 1657510"/>
              <a:gd name="connsiteX5" fmla="*/ 3739071 w 4141454"/>
              <a:gd name="connsiteY5" fmla="*/ 1434651 h 1657510"/>
              <a:gd name="connsiteX6" fmla="*/ 3739071 w 4141454"/>
              <a:gd name="connsiteY6" fmla="*/ 1634295 h 1657510"/>
              <a:gd name="connsiteX7" fmla="*/ 3536331 w 4141454"/>
              <a:gd name="connsiteY7" fmla="*/ 1634295 h 1657510"/>
              <a:gd name="connsiteX8" fmla="*/ 3536331 w 4141454"/>
              <a:gd name="connsiteY8" fmla="*/ 1434651 h 1657510"/>
              <a:gd name="connsiteX9" fmla="*/ 3536331 w 4141454"/>
              <a:gd name="connsiteY9" fmla="*/ 1431556 h 1657510"/>
              <a:gd name="connsiteX10" fmla="*/ 3536331 w 4141454"/>
              <a:gd name="connsiteY10" fmla="*/ 1160721 h 1657510"/>
              <a:gd name="connsiteX11" fmla="*/ 3367639 w 4141454"/>
              <a:gd name="connsiteY11" fmla="*/ 1160721 h 1657510"/>
              <a:gd name="connsiteX12" fmla="*/ 3367639 w 4141454"/>
              <a:gd name="connsiteY12" fmla="*/ 1360365 h 1657510"/>
              <a:gd name="connsiteX13" fmla="*/ 2890970 w 4141454"/>
              <a:gd name="connsiteY13" fmla="*/ 1360365 h 1657510"/>
              <a:gd name="connsiteX14" fmla="*/ 2890970 w 4141454"/>
              <a:gd name="connsiteY14" fmla="*/ 1454770 h 1657510"/>
              <a:gd name="connsiteX15" fmla="*/ 3093709 w 4141454"/>
              <a:gd name="connsiteY15" fmla="*/ 1454770 h 1657510"/>
              <a:gd name="connsiteX16" fmla="*/ 3093709 w 4141454"/>
              <a:gd name="connsiteY16" fmla="*/ 1657510 h 1657510"/>
              <a:gd name="connsiteX17" fmla="*/ 2890970 w 4141454"/>
              <a:gd name="connsiteY17" fmla="*/ 1657510 h 1657510"/>
              <a:gd name="connsiteX18" fmla="*/ 2890970 w 4141454"/>
              <a:gd name="connsiteY18" fmla="*/ 1563104 h 1657510"/>
              <a:gd name="connsiteX19" fmla="*/ 2688231 w 4141454"/>
              <a:gd name="connsiteY19" fmla="*/ 1563104 h 1657510"/>
              <a:gd name="connsiteX20" fmla="*/ 2688231 w 4141454"/>
              <a:gd name="connsiteY20" fmla="*/ 1360365 h 1657510"/>
              <a:gd name="connsiteX21" fmla="*/ 2688231 w 4141454"/>
              <a:gd name="connsiteY21" fmla="*/ 1160721 h 1657510"/>
              <a:gd name="connsiteX22" fmla="*/ 2374062 w 4141454"/>
              <a:gd name="connsiteY22" fmla="*/ 1160721 h 1657510"/>
              <a:gd name="connsiteX23" fmla="*/ 2374062 w 4141454"/>
              <a:gd name="connsiteY23" fmla="*/ 1279888 h 1657510"/>
              <a:gd name="connsiteX24" fmla="*/ 2519539 w 4141454"/>
              <a:gd name="connsiteY24" fmla="*/ 1279888 h 1657510"/>
              <a:gd name="connsiteX25" fmla="*/ 2519539 w 4141454"/>
              <a:gd name="connsiteY25" fmla="*/ 1484175 h 1657510"/>
              <a:gd name="connsiteX26" fmla="*/ 2316800 w 4141454"/>
              <a:gd name="connsiteY26" fmla="*/ 1484175 h 1657510"/>
              <a:gd name="connsiteX27" fmla="*/ 2316800 w 4141454"/>
              <a:gd name="connsiteY27" fmla="*/ 1365008 h 1657510"/>
              <a:gd name="connsiteX28" fmla="*/ 2171323 w 4141454"/>
              <a:gd name="connsiteY28" fmla="*/ 1365008 h 1657510"/>
              <a:gd name="connsiteX29" fmla="*/ 2171323 w 4141454"/>
              <a:gd name="connsiteY29" fmla="*/ 1160721 h 1657510"/>
              <a:gd name="connsiteX30" fmla="*/ 2045965 w 4141454"/>
              <a:gd name="connsiteY30" fmla="*/ 1160721 h 1657510"/>
              <a:gd name="connsiteX31" fmla="*/ 2045965 w 4141454"/>
              <a:gd name="connsiteY31" fmla="*/ 1382032 h 1657510"/>
              <a:gd name="connsiteX32" fmla="*/ 2045965 w 4141454"/>
              <a:gd name="connsiteY32" fmla="*/ 1397508 h 1657510"/>
              <a:gd name="connsiteX33" fmla="*/ 2045965 w 4141454"/>
              <a:gd name="connsiteY33" fmla="*/ 1584771 h 1657510"/>
              <a:gd name="connsiteX34" fmla="*/ 1843225 w 4141454"/>
              <a:gd name="connsiteY34" fmla="*/ 1584771 h 1657510"/>
              <a:gd name="connsiteX35" fmla="*/ 1843225 w 4141454"/>
              <a:gd name="connsiteY35" fmla="*/ 1397508 h 1657510"/>
              <a:gd name="connsiteX36" fmla="*/ 1162269 w 4141454"/>
              <a:gd name="connsiteY36" fmla="*/ 1397508 h 1657510"/>
              <a:gd name="connsiteX37" fmla="*/ 1162269 w 4141454"/>
              <a:gd name="connsiteY37" fmla="*/ 1160721 h 1657510"/>
              <a:gd name="connsiteX38" fmla="*/ 1036911 w 4141454"/>
              <a:gd name="connsiteY38" fmla="*/ 1160721 h 1657510"/>
              <a:gd name="connsiteX39" fmla="*/ 1036911 w 4141454"/>
              <a:gd name="connsiteY39" fmla="*/ 1320127 h 1657510"/>
              <a:gd name="connsiteX40" fmla="*/ 642266 w 4141454"/>
              <a:gd name="connsiteY40" fmla="*/ 1320127 h 1657510"/>
              <a:gd name="connsiteX41" fmla="*/ 642266 w 4141454"/>
              <a:gd name="connsiteY41" fmla="*/ 866672 h 1657510"/>
              <a:gd name="connsiteX42" fmla="*/ 332740 w 4141454"/>
              <a:gd name="connsiteY42" fmla="*/ 866672 h 1657510"/>
              <a:gd name="connsiteX43" fmla="*/ 332740 w 4141454"/>
              <a:gd name="connsiteY43" fmla="*/ 1038458 h 1657510"/>
              <a:gd name="connsiteX44" fmla="*/ 130001 w 4141454"/>
              <a:gd name="connsiteY44" fmla="*/ 1038458 h 1657510"/>
              <a:gd name="connsiteX45" fmla="*/ 130001 w 4141454"/>
              <a:gd name="connsiteY45" fmla="*/ 866672 h 1657510"/>
              <a:gd name="connsiteX46" fmla="*/ 0 w 4141454"/>
              <a:gd name="connsiteY46" fmla="*/ 866672 h 1657510"/>
              <a:gd name="connsiteX47" fmla="*/ 0 w 4141454"/>
              <a:gd name="connsiteY47" fmla="*/ 663932 h 1657510"/>
              <a:gd name="connsiteX48" fmla="*/ 642266 w 4141454"/>
              <a:gd name="connsiteY48" fmla="*/ 663932 h 1657510"/>
              <a:gd name="connsiteX49" fmla="*/ 767624 w 4141454"/>
              <a:gd name="connsiteY49" fmla="*/ 663932 h 1657510"/>
              <a:gd name="connsiteX50" fmla="*/ 767624 w 4141454"/>
              <a:gd name="connsiteY50" fmla="*/ 552503 h 1657510"/>
              <a:gd name="connsiteX51" fmla="*/ 464289 w 4141454"/>
              <a:gd name="connsiteY51" fmla="*/ 552503 h 1657510"/>
              <a:gd name="connsiteX52" fmla="*/ 464289 w 4141454"/>
              <a:gd name="connsiteY52" fmla="*/ 114524 h 1657510"/>
              <a:gd name="connsiteX53" fmla="*/ 767624 w 4141454"/>
              <a:gd name="connsiteY53" fmla="*/ 114524 h 1657510"/>
              <a:gd name="connsiteX54" fmla="*/ 767624 w 4141454"/>
              <a:gd name="connsiteY54" fmla="*/ 0 h 1657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4141454" h="1657510">
                <a:moveTo>
                  <a:pt x="767624" y="0"/>
                </a:moveTo>
                <a:lnTo>
                  <a:pt x="4141454" y="0"/>
                </a:lnTo>
                <a:lnTo>
                  <a:pt x="4141454" y="1160721"/>
                </a:lnTo>
                <a:lnTo>
                  <a:pt x="3921690" y="1160721"/>
                </a:lnTo>
                <a:lnTo>
                  <a:pt x="3921690" y="1434651"/>
                </a:lnTo>
                <a:lnTo>
                  <a:pt x="3739071" y="1434651"/>
                </a:lnTo>
                <a:lnTo>
                  <a:pt x="3739071" y="1634295"/>
                </a:lnTo>
                <a:lnTo>
                  <a:pt x="3536331" y="1634295"/>
                </a:lnTo>
                <a:lnTo>
                  <a:pt x="3536331" y="1434651"/>
                </a:lnTo>
                <a:lnTo>
                  <a:pt x="3536331" y="1431556"/>
                </a:lnTo>
                <a:lnTo>
                  <a:pt x="3536331" y="1160721"/>
                </a:lnTo>
                <a:lnTo>
                  <a:pt x="3367639" y="1160721"/>
                </a:lnTo>
                <a:lnTo>
                  <a:pt x="3367639" y="1360365"/>
                </a:lnTo>
                <a:lnTo>
                  <a:pt x="2890970" y="1360365"/>
                </a:lnTo>
                <a:lnTo>
                  <a:pt x="2890970" y="1454770"/>
                </a:lnTo>
                <a:lnTo>
                  <a:pt x="3093709" y="1454770"/>
                </a:lnTo>
                <a:lnTo>
                  <a:pt x="3093709" y="1657510"/>
                </a:lnTo>
                <a:lnTo>
                  <a:pt x="2890970" y="1657510"/>
                </a:lnTo>
                <a:lnTo>
                  <a:pt x="2890970" y="1563104"/>
                </a:lnTo>
                <a:lnTo>
                  <a:pt x="2688231" y="1563104"/>
                </a:lnTo>
                <a:lnTo>
                  <a:pt x="2688231" y="1360365"/>
                </a:lnTo>
                <a:lnTo>
                  <a:pt x="2688231" y="1160721"/>
                </a:lnTo>
                <a:lnTo>
                  <a:pt x="2374062" y="1160721"/>
                </a:lnTo>
                <a:lnTo>
                  <a:pt x="2374062" y="1279888"/>
                </a:lnTo>
                <a:lnTo>
                  <a:pt x="2519539" y="1279888"/>
                </a:lnTo>
                <a:lnTo>
                  <a:pt x="2519539" y="1484175"/>
                </a:lnTo>
                <a:lnTo>
                  <a:pt x="2316800" y="1484175"/>
                </a:lnTo>
                <a:lnTo>
                  <a:pt x="2316800" y="1365008"/>
                </a:lnTo>
                <a:lnTo>
                  <a:pt x="2171323" y="1365008"/>
                </a:lnTo>
                <a:lnTo>
                  <a:pt x="2171323" y="1160721"/>
                </a:lnTo>
                <a:lnTo>
                  <a:pt x="2045965" y="1160721"/>
                </a:lnTo>
                <a:lnTo>
                  <a:pt x="2045965" y="1382032"/>
                </a:lnTo>
                <a:lnTo>
                  <a:pt x="2045965" y="1397508"/>
                </a:lnTo>
                <a:lnTo>
                  <a:pt x="2045965" y="1584771"/>
                </a:lnTo>
                <a:lnTo>
                  <a:pt x="1843225" y="1584771"/>
                </a:lnTo>
                <a:lnTo>
                  <a:pt x="1843225" y="1397508"/>
                </a:lnTo>
                <a:lnTo>
                  <a:pt x="1162269" y="1397508"/>
                </a:lnTo>
                <a:lnTo>
                  <a:pt x="1162269" y="1160721"/>
                </a:lnTo>
                <a:lnTo>
                  <a:pt x="1036911" y="1160721"/>
                </a:lnTo>
                <a:lnTo>
                  <a:pt x="1036911" y="1320127"/>
                </a:lnTo>
                <a:lnTo>
                  <a:pt x="642266" y="1320127"/>
                </a:lnTo>
                <a:lnTo>
                  <a:pt x="642266" y="866672"/>
                </a:lnTo>
                <a:lnTo>
                  <a:pt x="332740" y="866672"/>
                </a:lnTo>
                <a:lnTo>
                  <a:pt x="332740" y="1038458"/>
                </a:lnTo>
                <a:lnTo>
                  <a:pt x="130001" y="1038458"/>
                </a:lnTo>
                <a:lnTo>
                  <a:pt x="130001" y="866672"/>
                </a:lnTo>
                <a:lnTo>
                  <a:pt x="0" y="866672"/>
                </a:lnTo>
                <a:lnTo>
                  <a:pt x="0" y="663932"/>
                </a:lnTo>
                <a:lnTo>
                  <a:pt x="642266" y="663932"/>
                </a:lnTo>
                <a:lnTo>
                  <a:pt x="767624" y="663932"/>
                </a:lnTo>
                <a:lnTo>
                  <a:pt x="767624" y="552503"/>
                </a:lnTo>
                <a:lnTo>
                  <a:pt x="464289" y="552503"/>
                </a:lnTo>
                <a:lnTo>
                  <a:pt x="464289" y="114524"/>
                </a:lnTo>
                <a:lnTo>
                  <a:pt x="767624" y="114524"/>
                </a:lnTo>
                <a:lnTo>
                  <a:pt x="767624" y="0"/>
                </a:lnTo>
                <a:close/>
              </a:path>
            </a:pathLst>
          </a:custGeom>
        </p:spPr>
      </p:pic>
      <p:sp>
        <p:nvSpPr>
          <p:cNvPr id="25" name="Textplatzhalter 3">
            <a:extLst>
              <a:ext uri="{FF2B5EF4-FFF2-40B4-BE49-F238E27FC236}">
                <a16:creationId xmlns:a16="http://schemas.microsoft.com/office/drawing/2014/main" id="{E91553E6-B007-4554-A504-B7953F549D1D}"/>
              </a:ext>
            </a:extLst>
          </p:cNvPr>
          <p:cNvSpPr txBox="1">
            <a:spLocks/>
          </p:cNvSpPr>
          <p:nvPr/>
        </p:nvSpPr>
        <p:spPr>
          <a:xfrm>
            <a:off x="323852" y="1614756"/>
            <a:ext cx="4118283" cy="3003654"/>
          </a:xfrm>
          <a:prstGeom prst="rect">
            <a:avLst/>
          </a:prstGeom>
        </p:spPr>
        <p:txBody>
          <a:bodyPr vert="horz" lIns="0" tIns="0" rIns="0" bIns="0" rtlCol="0">
            <a:noAutofit/>
          </a:bodyPr>
          <a:lstStyle>
            <a:lvl1pPr marL="0" marR="0" indent="0" algn="l" defTabSz="685584" rtl="0" eaLnBrk="1" fontAlgn="auto" latinLnBrk="0" hangingPunct="1">
              <a:lnSpc>
                <a:spcPct val="100000"/>
              </a:lnSpc>
              <a:spcBef>
                <a:spcPts val="0"/>
              </a:spcBef>
              <a:spcAft>
                <a:spcPts val="450"/>
              </a:spcAft>
              <a:buClrTx/>
              <a:buSzTx/>
              <a:buFont typeface="Arial" pitchFamily="34" charset="0"/>
              <a:buNone/>
              <a:tabLst/>
              <a:defRPr sz="1600" b="0" kern="1200">
                <a:solidFill>
                  <a:schemeClr val="tx1"/>
                </a:solidFill>
                <a:latin typeface="+mn-lt"/>
                <a:ea typeface="+mn-ea"/>
                <a:cs typeface="+mn-cs"/>
              </a:defRPr>
            </a:lvl1pPr>
            <a:lvl2pPr marL="269875" marR="0" indent="-269875" algn="l" defTabSz="685584" rtl="0" eaLnBrk="1" fontAlgn="auto" latinLnBrk="0" hangingPunct="1">
              <a:lnSpc>
                <a:spcPct val="100000"/>
              </a:lnSpc>
              <a:spcBef>
                <a:spcPts val="0"/>
              </a:spcBef>
              <a:spcAft>
                <a:spcPts val="450"/>
              </a:spcAft>
              <a:buClr>
                <a:srgbClr val="ED1A3B"/>
              </a:buClr>
              <a:buSzPct val="80000"/>
              <a:buFont typeface="Wingdings 3" panose="05040102010807070707" pitchFamily="18" charset="2"/>
              <a:buChar char=""/>
              <a:tabLst/>
              <a:defRPr sz="1600" kern="1200">
                <a:solidFill>
                  <a:schemeClr val="tx1"/>
                </a:solidFill>
                <a:latin typeface="+mn-lt"/>
                <a:ea typeface="+mn-ea"/>
                <a:cs typeface="+mn-cs"/>
              </a:defRPr>
            </a:lvl2pPr>
            <a:lvl3pPr marL="539750" marR="0" indent="-269875" algn="l" defTabSz="685584" rtl="0" eaLnBrk="1" fontAlgn="auto" latinLnBrk="0" hangingPunct="1">
              <a:lnSpc>
                <a:spcPct val="100000"/>
              </a:lnSpc>
              <a:spcBef>
                <a:spcPts val="0"/>
              </a:spcBef>
              <a:spcAft>
                <a:spcPts val="450"/>
              </a:spcAft>
              <a:buClr>
                <a:srgbClr val="ED1A3B"/>
              </a:buClr>
              <a:buSzPct val="100000"/>
              <a:buFont typeface="Arial" panose="020B0604020202020204" pitchFamily="34" charset="0"/>
              <a:buChar char="‒"/>
              <a:tabLst/>
              <a:defRPr sz="1600" kern="1200">
                <a:solidFill>
                  <a:schemeClr val="tx1"/>
                </a:solidFill>
                <a:latin typeface="+mn-lt"/>
                <a:ea typeface="+mn-ea"/>
                <a:cs typeface="+mn-cs"/>
              </a:defRPr>
            </a:lvl3pPr>
            <a:lvl4pPr marL="809625" marR="0" indent="-269875" algn="l" defTabSz="685584" rtl="0" eaLnBrk="1" fontAlgn="auto" latinLnBrk="0" hangingPunct="1">
              <a:lnSpc>
                <a:spcPct val="100000"/>
              </a:lnSpc>
              <a:spcBef>
                <a:spcPts val="0"/>
              </a:spcBef>
              <a:spcAft>
                <a:spcPts val="450"/>
              </a:spcAft>
              <a:buClr>
                <a:srgbClr val="ED1A3B"/>
              </a:buClr>
              <a:buSzTx/>
              <a:buFont typeface="Arial" panose="020B0604020202020204" pitchFamily="34" charset="0"/>
              <a:buChar char="‒"/>
              <a:tabLst/>
              <a:defRPr sz="1600" kern="1200">
                <a:solidFill>
                  <a:schemeClr val="tx1"/>
                </a:solidFill>
                <a:latin typeface="+mn-lt"/>
                <a:ea typeface="+mn-ea"/>
                <a:cs typeface="+mn-cs"/>
              </a:defRPr>
            </a:lvl4pPr>
            <a:lvl5pPr marL="809625" marR="0" indent="-269875" algn="l" defTabSz="685584" rtl="0" eaLnBrk="1" fontAlgn="auto" latinLnBrk="0" hangingPunct="1">
              <a:lnSpc>
                <a:spcPct val="100000"/>
              </a:lnSpc>
              <a:spcBef>
                <a:spcPts val="0"/>
              </a:spcBef>
              <a:spcAft>
                <a:spcPts val="450"/>
              </a:spcAft>
              <a:buClr>
                <a:srgbClr val="ED1A3B"/>
              </a:buClr>
              <a:buSzTx/>
              <a:buFont typeface="Symbol" panose="05050102010706020507" pitchFamily="18" charset="2"/>
              <a:buChar char="-"/>
              <a:tabLst/>
              <a:defRPr sz="1200" kern="1200">
                <a:solidFill>
                  <a:schemeClr val="tx1"/>
                </a:solidFill>
                <a:latin typeface="+mn-lt"/>
                <a:ea typeface="+mn-ea"/>
                <a:cs typeface="+mn-cs"/>
              </a:defRPr>
            </a:lvl5pPr>
            <a:lvl6pPr marL="600075" indent="0" algn="l" defTabSz="685584" rtl="0" eaLnBrk="1" latinLnBrk="0" hangingPunct="1">
              <a:lnSpc>
                <a:spcPct val="100000"/>
              </a:lnSpc>
              <a:spcBef>
                <a:spcPts val="0"/>
              </a:spcBef>
              <a:spcAft>
                <a:spcPts val="450"/>
              </a:spcAft>
              <a:buFont typeface="Trebuchet MS" pitchFamily="34" charset="0"/>
              <a:buNone/>
              <a:defRPr lang="en-GB" sz="1200" kern="1200" baseline="0" dirty="0" smtClean="0">
                <a:solidFill>
                  <a:schemeClr val="tx1"/>
                </a:solidFill>
                <a:latin typeface="+mn-lt"/>
                <a:ea typeface="+mn-ea"/>
                <a:cs typeface="+mn-cs"/>
              </a:defRPr>
            </a:lvl6pPr>
            <a:lvl7pPr marL="600075" indent="0" algn="l" defTabSz="685584" rtl="0" eaLnBrk="1" latinLnBrk="0" hangingPunct="1">
              <a:lnSpc>
                <a:spcPct val="100000"/>
              </a:lnSpc>
              <a:spcBef>
                <a:spcPts val="0"/>
              </a:spcBef>
              <a:spcAft>
                <a:spcPts val="450"/>
              </a:spcAft>
              <a:buFont typeface="Arial" pitchFamily="34" charset="0"/>
              <a:buNone/>
              <a:defRPr sz="1200" kern="1200">
                <a:solidFill>
                  <a:schemeClr val="tx1"/>
                </a:solidFill>
                <a:latin typeface="+mn-lt"/>
                <a:ea typeface="+mn-ea"/>
                <a:cs typeface="+mn-cs"/>
              </a:defRPr>
            </a:lvl7pPr>
            <a:lvl8pPr marL="803275" marR="0" indent="-263525" algn="l" defTabSz="685584" rtl="0" eaLnBrk="1" fontAlgn="auto" latinLnBrk="0" hangingPunct="1">
              <a:lnSpc>
                <a:spcPct val="100000"/>
              </a:lnSpc>
              <a:spcBef>
                <a:spcPts val="0"/>
              </a:spcBef>
              <a:spcAft>
                <a:spcPts val="450"/>
              </a:spcAft>
              <a:buClr>
                <a:srgbClr val="ED1A3B"/>
              </a:buClr>
              <a:buSzTx/>
              <a:buFont typeface="Symbol" panose="05050102010706020507" pitchFamily="18" charset="2"/>
              <a:buChar char="-"/>
              <a:tabLst/>
              <a:defRPr sz="1200" kern="1200">
                <a:solidFill>
                  <a:schemeClr val="tx1"/>
                </a:solidFill>
                <a:latin typeface="+mn-lt"/>
                <a:ea typeface="+mn-ea"/>
                <a:cs typeface="+mn-cs"/>
              </a:defRPr>
            </a:lvl8pPr>
            <a:lvl9pPr marL="803275" marR="0" indent="-263525" algn="l" defTabSz="685584" rtl="0" eaLnBrk="1" fontAlgn="auto" latinLnBrk="0" hangingPunct="1">
              <a:lnSpc>
                <a:spcPct val="100000"/>
              </a:lnSpc>
              <a:spcBef>
                <a:spcPts val="0"/>
              </a:spcBef>
              <a:spcAft>
                <a:spcPts val="450"/>
              </a:spcAft>
              <a:buClr>
                <a:srgbClr val="ED1A3B"/>
              </a:buClr>
              <a:buSzTx/>
              <a:buFont typeface="Symbol" panose="05050102010706020507" pitchFamily="18" charset="2"/>
              <a:buChar char="-"/>
              <a:tabLst/>
              <a:defRPr sz="1200" kern="1200">
                <a:solidFill>
                  <a:schemeClr val="tx1"/>
                </a:solidFill>
                <a:latin typeface="+mn-lt"/>
                <a:ea typeface="+mn-ea"/>
                <a:cs typeface="+mn-cs"/>
              </a:defRPr>
            </a:lvl9pPr>
          </a:lstStyle>
          <a:p>
            <a:r>
              <a:rPr lang="de-DE" sz="1200" dirty="0"/>
              <a:t>Im Basispaket sind folgende Daten Konnektoren </a:t>
            </a:r>
            <a:br>
              <a:rPr lang="de-DE" sz="1200" dirty="0"/>
            </a:br>
            <a:r>
              <a:rPr lang="de-DE" sz="1200" dirty="0"/>
              <a:t>integriert:</a:t>
            </a:r>
          </a:p>
          <a:p>
            <a:r>
              <a:rPr lang="de-DE" sz="1200" dirty="0"/>
              <a:t>Azure </a:t>
            </a:r>
            <a:r>
              <a:rPr lang="de-DE" sz="1200" dirty="0" err="1"/>
              <a:t>Activity</a:t>
            </a:r>
            <a:endParaRPr lang="de-DE" sz="1200" dirty="0"/>
          </a:p>
          <a:p>
            <a:r>
              <a:rPr lang="de-DE" sz="1200" dirty="0"/>
              <a:t>Azure Defender</a:t>
            </a:r>
          </a:p>
          <a:p>
            <a:r>
              <a:rPr lang="de-DE" sz="1200" dirty="0"/>
              <a:t>Azure Security Center</a:t>
            </a:r>
          </a:p>
          <a:p>
            <a:r>
              <a:rPr lang="de-DE" sz="1200" dirty="0"/>
              <a:t>Azure Active Directory Identity Protection</a:t>
            </a:r>
          </a:p>
          <a:p>
            <a:r>
              <a:rPr lang="de-DE" sz="1200" dirty="0"/>
              <a:t>Office 365 (SharePoint, Exchange and Teams)</a:t>
            </a:r>
          </a:p>
          <a:p>
            <a:r>
              <a:rPr lang="de-DE" sz="1200" dirty="0"/>
              <a:t>Microsoft Cloud App Security</a:t>
            </a:r>
          </a:p>
          <a:p>
            <a:r>
              <a:rPr lang="de-DE" sz="1200" dirty="0"/>
              <a:t>Microsoft Defender </a:t>
            </a:r>
            <a:r>
              <a:rPr lang="de-DE" sz="1200" dirty="0" err="1"/>
              <a:t>for</a:t>
            </a:r>
            <a:r>
              <a:rPr lang="de-DE" sz="1200" dirty="0"/>
              <a:t> Identity</a:t>
            </a:r>
          </a:p>
          <a:p>
            <a:r>
              <a:rPr lang="de-DE" sz="1200" dirty="0"/>
              <a:t>Microsoft Defender </a:t>
            </a:r>
            <a:r>
              <a:rPr lang="de-DE" sz="1200" dirty="0" err="1"/>
              <a:t>for</a:t>
            </a:r>
            <a:r>
              <a:rPr lang="de-DE" sz="1200" dirty="0"/>
              <a:t> Endpoint</a:t>
            </a:r>
          </a:p>
          <a:p>
            <a:endParaRPr lang="en-GB" sz="1200" dirty="0"/>
          </a:p>
        </p:txBody>
      </p:sp>
      <p:sp>
        <p:nvSpPr>
          <p:cNvPr id="40" name="Textplatzhalter 3">
            <a:extLst>
              <a:ext uri="{FF2B5EF4-FFF2-40B4-BE49-F238E27FC236}">
                <a16:creationId xmlns:a16="http://schemas.microsoft.com/office/drawing/2014/main" id="{072F05C7-FDD9-4FB1-B113-AFBC3B163677}"/>
              </a:ext>
            </a:extLst>
          </p:cNvPr>
          <p:cNvSpPr txBox="1">
            <a:spLocks/>
          </p:cNvSpPr>
          <p:nvPr/>
        </p:nvSpPr>
        <p:spPr>
          <a:xfrm>
            <a:off x="4442134" y="1608594"/>
            <a:ext cx="4118283" cy="2195590"/>
          </a:xfrm>
          <a:prstGeom prst="rect">
            <a:avLst/>
          </a:prstGeom>
        </p:spPr>
        <p:txBody>
          <a:bodyPr vert="horz" lIns="0" tIns="0" rIns="0" bIns="0" rtlCol="0">
            <a:noAutofit/>
          </a:bodyPr>
          <a:lstStyle>
            <a:lvl1pPr marL="0" marR="0" indent="0" algn="l" defTabSz="685584" rtl="0" eaLnBrk="1" fontAlgn="auto" latinLnBrk="0" hangingPunct="1">
              <a:lnSpc>
                <a:spcPct val="100000"/>
              </a:lnSpc>
              <a:spcBef>
                <a:spcPts val="0"/>
              </a:spcBef>
              <a:spcAft>
                <a:spcPts val="450"/>
              </a:spcAft>
              <a:buClrTx/>
              <a:buSzTx/>
              <a:buFont typeface="Arial" pitchFamily="34" charset="0"/>
              <a:buNone/>
              <a:tabLst/>
              <a:defRPr sz="1600" b="0" kern="1200">
                <a:solidFill>
                  <a:schemeClr val="tx1"/>
                </a:solidFill>
                <a:latin typeface="+mn-lt"/>
                <a:ea typeface="+mn-ea"/>
                <a:cs typeface="+mn-cs"/>
              </a:defRPr>
            </a:lvl1pPr>
            <a:lvl2pPr marL="269875" marR="0" indent="-269875" algn="l" defTabSz="685584" rtl="0" eaLnBrk="1" fontAlgn="auto" latinLnBrk="0" hangingPunct="1">
              <a:lnSpc>
                <a:spcPct val="100000"/>
              </a:lnSpc>
              <a:spcBef>
                <a:spcPts val="0"/>
              </a:spcBef>
              <a:spcAft>
                <a:spcPts val="450"/>
              </a:spcAft>
              <a:buClr>
                <a:srgbClr val="ED1A3B"/>
              </a:buClr>
              <a:buSzPct val="80000"/>
              <a:buFont typeface="Wingdings 3" panose="05040102010807070707" pitchFamily="18" charset="2"/>
              <a:buChar char=""/>
              <a:tabLst/>
              <a:defRPr sz="1600" kern="1200">
                <a:solidFill>
                  <a:schemeClr val="tx1"/>
                </a:solidFill>
                <a:latin typeface="+mn-lt"/>
                <a:ea typeface="+mn-ea"/>
                <a:cs typeface="+mn-cs"/>
              </a:defRPr>
            </a:lvl2pPr>
            <a:lvl3pPr marL="539750" marR="0" indent="-269875" algn="l" defTabSz="685584" rtl="0" eaLnBrk="1" fontAlgn="auto" latinLnBrk="0" hangingPunct="1">
              <a:lnSpc>
                <a:spcPct val="100000"/>
              </a:lnSpc>
              <a:spcBef>
                <a:spcPts val="0"/>
              </a:spcBef>
              <a:spcAft>
                <a:spcPts val="450"/>
              </a:spcAft>
              <a:buClr>
                <a:srgbClr val="ED1A3B"/>
              </a:buClr>
              <a:buSzPct val="100000"/>
              <a:buFont typeface="Arial" panose="020B0604020202020204" pitchFamily="34" charset="0"/>
              <a:buChar char="‒"/>
              <a:tabLst/>
              <a:defRPr sz="1600" kern="1200">
                <a:solidFill>
                  <a:schemeClr val="tx1"/>
                </a:solidFill>
                <a:latin typeface="+mn-lt"/>
                <a:ea typeface="+mn-ea"/>
                <a:cs typeface="+mn-cs"/>
              </a:defRPr>
            </a:lvl3pPr>
            <a:lvl4pPr marL="809625" marR="0" indent="-269875" algn="l" defTabSz="685584" rtl="0" eaLnBrk="1" fontAlgn="auto" latinLnBrk="0" hangingPunct="1">
              <a:lnSpc>
                <a:spcPct val="100000"/>
              </a:lnSpc>
              <a:spcBef>
                <a:spcPts val="0"/>
              </a:spcBef>
              <a:spcAft>
                <a:spcPts val="450"/>
              </a:spcAft>
              <a:buClr>
                <a:srgbClr val="ED1A3B"/>
              </a:buClr>
              <a:buSzTx/>
              <a:buFont typeface="Arial" panose="020B0604020202020204" pitchFamily="34" charset="0"/>
              <a:buChar char="‒"/>
              <a:tabLst/>
              <a:defRPr sz="1600" kern="1200">
                <a:solidFill>
                  <a:schemeClr val="tx1"/>
                </a:solidFill>
                <a:latin typeface="+mn-lt"/>
                <a:ea typeface="+mn-ea"/>
                <a:cs typeface="+mn-cs"/>
              </a:defRPr>
            </a:lvl4pPr>
            <a:lvl5pPr marL="809625" marR="0" indent="-269875" algn="l" defTabSz="685584" rtl="0" eaLnBrk="1" fontAlgn="auto" latinLnBrk="0" hangingPunct="1">
              <a:lnSpc>
                <a:spcPct val="100000"/>
              </a:lnSpc>
              <a:spcBef>
                <a:spcPts val="0"/>
              </a:spcBef>
              <a:spcAft>
                <a:spcPts val="450"/>
              </a:spcAft>
              <a:buClr>
                <a:srgbClr val="ED1A3B"/>
              </a:buClr>
              <a:buSzTx/>
              <a:buFont typeface="Symbol" panose="05050102010706020507" pitchFamily="18" charset="2"/>
              <a:buChar char="-"/>
              <a:tabLst/>
              <a:defRPr sz="1200" kern="1200">
                <a:solidFill>
                  <a:schemeClr val="tx1"/>
                </a:solidFill>
                <a:latin typeface="+mn-lt"/>
                <a:ea typeface="+mn-ea"/>
                <a:cs typeface="+mn-cs"/>
              </a:defRPr>
            </a:lvl5pPr>
            <a:lvl6pPr marL="600075" indent="0" algn="l" defTabSz="685584" rtl="0" eaLnBrk="1" latinLnBrk="0" hangingPunct="1">
              <a:lnSpc>
                <a:spcPct val="100000"/>
              </a:lnSpc>
              <a:spcBef>
                <a:spcPts val="0"/>
              </a:spcBef>
              <a:spcAft>
                <a:spcPts val="450"/>
              </a:spcAft>
              <a:buFont typeface="Trebuchet MS" pitchFamily="34" charset="0"/>
              <a:buNone/>
              <a:defRPr lang="en-GB" sz="1200" kern="1200" baseline="0" dirty="0" smtClean="0">
                <a:solidFill>
                  <a:schemeClr val="tx1"/>
                </a:solidFill>
                <a:latin typeface="+mn-lt"/>
                <a:ea typeface="+mn-ea"/>
                <a:cs typeface="+mn-cs"/>
              </a:defRPr>
            </a:lvl6pPr>
            <a:lvl7pPr marL="600075" indent="0" algn="l" defTabSz="685584" rtl="0" eaLnBrk="1" latinLnBrk="0" hangingPunct="1">
              <a:lnSpc>
                <a:spcPct val="100000"/>
              </a:lnSpc>
              <a:spcBef>
                <a:spcPts val="0"/>
              </a:spcBef>
              <a:spcAft>
                <a:spcPts val="450"/>
              </a:spcAft>
              <a:buFont typeface="Arial" pitchFamily="34" charset="0"/>
              <a:buNone/>
              <a:defRPr sz="1200" kern="1200">
                <a:solidFill>
                  <a:schemeClr val="tx1"/>
                </a:solidFill>
                <a:latin typeface="+mn-lt"/>
                <a:ea typeface="+mn-ea"/>
                <a:cs typeface="+mn-cs"/>
              </a:defRPr>
            </a:lvl7pPr>
            <a:lvl8pPr marL="803275" marR="0" indent="-263525" algn="l" defTabSz="685584" rtl="0" eaLnBrk="1" fontAlgn="auto" latinLnBrk="0" hangingPunct="1">
              <a:lnSpc>
                <a:spcPct val="100000"/>
              </a:lnSpc>
              <a:spcBef>
                <a:spcPts val="0"/>
              </a:spcBef>
              <a:spcAft>
                <a:spcPts val="450"/>
              </a:spcAft>
              <a:buClr>
                <a:srgbClr val="ED1A3B"/>
              </a:buClr>
              <a:buSzTx/>
              <a:buFont typeface="Symbol" panose="05050102010706020507" pitchFamily="18" charset="2"/>
              <a:buChar char="-"/>
              <a:tabLst/>
              <a:defRPr sz="1200" kern="1200">
                <a:solidFill>
                  <a:schemeClr val="tx1"/>
                </a:solidFill>
                <a:latin typeface="+mn-lt"/>
                <a:ea typeface="+mn-ea"/>
                <a:cs typeface="+mn-cs"/>
              </a:defRPr>
            </a:lvl8pPr>
            <a:lvl9pPr marL="803275" marR="0" indent="-263525" algn="l" defTabSz="685584" rtl="0" eaLnBrk="1" fontAlgn="auto" latinLnBrk="0" hangingPunct="1">
              <a:lnSpc>
                <a:spcPct val="100000"/>
              </a:lnSpc>
              <a:spcBef>
                <a:spcPts val="0"/>
              </a:spcBef>
              <a:spcAft>
                <a:spcPts val="450"/>
              </a:spcAft>
              <a:buClr>
                <a:srgbClr val="ED1A3B"/>
              </a:buClr>
              <a:buSzTx/>
              <a:buFont typeface="Symbol" panose="05050102010706020507" pitchFamily="18" charset="2"/>
              <a:buChar char="-"/>
              <a:tabLst/>
              <a:defRPr sz="1200" kern="1200">
                <a:solidFill>
                  <a:schemeClr val="tx1"/>
                </a:solidFill>
                <a:latin typeface="+mn-lt"/>
                <a:ea typeface="+mn-ea"/>
                <a:cs typeface="+mn-cs"/>
              </a:defRPr>
            </a:lvl9pPr>
          </a:lstStyle>
          <a:p>
            <a:r>
              <a:rPr lang="de-DE" sz="1200" dirty="0"/>
              <a:t>Folgende Basiseinstellungen werden für die Konnektoren implementiert:</a:t>
            </a:r>
          </a:p>
          <a:p>
            <a:pPr marL="171450" indent="-171450">
              <a:buFontTx/>
              <a:buChar char="-"/>
            </a:pPr>
            <a:r>
              <a:rPr lang="de-DE" sz="1200" dirty="0"/>
              <a:t>Aktivierung von Analytischen Regel für Microsoft Produkte</a:t>
            </a:r>
          </a:p>
          <a:p>
            <a:pPr marL="171450" indent="-171450">
              <a:buFontTx/>
              <a:buChar char="-"/>
            </a:pPr>
            <a:r>
              <a:rPr lang="de-DE" sz="1200" dirty="0"/>
              <a:t>Überwachung und Analyse von RDP</a:t>
            </a:r>
          </a:p>
          <a:p>
            <a:pPr marL="171450" indent="-171450">
              <a:buFontTx/>
              <a:buChar char="-"/>
            </a:pPr>
            <a:r>
              <a:rPr lang="de-DE" sz="1200" dirty="0"/>
              <a:t>Automatisierte Regelwerke über alle aktivierten Konnektoren des Basispakets</a:t>
            </a:r>
          </a:p>
          <a:p>
            <a:pPr marL="171450" indent="-171450">
              <a:buFontTx/>
              <a:buChar char="-"/>
            </a:pPr>
            <a:r>
              <a:rPr lang="de-DE" sz="1200" dirty="0"/>
              <a:t>Automatische Ticketerstellung</a:t>
            </a:r>
          </a:p>
          <a:p>
            <a:pPr marL="171450" indent="-171450">
              <a:buFontTx/>
              <a:buChar char="-"/>
            </a:pPr>
            <a:r>
              <a:rPr lang="de-DE" sz="1200" dirty="0"/>
              <a:t>90 Tage Aufbewahrung von Logfiles</a:t>
            </a:r>
          </a:p>
          <a:p>
            <a:pPr marL="171450" indent="-171450">
              <a:buFontTx/>
              <a:buChar char="-"/>
            </a:pPr>
            <a:r>
              <a:rPr lang="de-DE" sz="1200" dirty="0"/>
              <a:t>Speicherort „Region Deutschland“</a:t>
            </a:r>
          </a:p>
          <a:p>
            <a:pPr marL="171450" indent="-171450">
              <a:buFontTx/>
              <a:buChar char="-"/>
            </a:pPr>
            <a:r>
              <a:rPr lang="de-DE" sz="1200" dirty="0"/>
              <a:t>Monatliches Statusmeeting (Online, max. 1 Stunden)</a:t>
            </a:r>
          </a:p>
          <a:p>
            <a:pPr marL="171450" indent="-171450">
              <a:buFontTx/>
              <a:buChar char="-"/>
            </a:pPr>
            <a:endParaRPr lang="en-GB" sz="1200" dirty="0"/>
          </a:p>
        </p:txBody>
      </p:sp>
      <p:sp>
        <p:nvSpPr>
          <p:cNvPr id="41" name="Textplatzhalter 3">
            <a:extLst>
              <a:ext uri="{FF2B5EF4-FFF2-40B4-BE49-F238E27FC236}">
                <a16:creationId xmlns:a16="http://schemas.microsoft.com/office/drawing/2014/main" id="{F35BCBA3-313C-448F-9A2D-98B29556FFE7}"/>
              </a:ext>
            </a:extLst>
          </p:cNvPr>
          <p:cNvSpPr txBox="1">
            <a:spLocks/>
          </p:cNvSpPr>
          <p:nvPr/>
        </p:nvSpPr>
        <p:spPr>
          <a:xfrm>
            <a:off x="323851" y="4139916"/>
            <a:ext cx="4118283" cy="390204"/>
          </a:xfrm>
          <a:prstGeom prst="rect">
            <a:avLst/>
          </a:prstGeom>
        </p:spPr>
        <p:txBody>
          <a:bodyPr vert="horz" lIns="0" tIns="0" rIns="0" bIns="0" rtlCol="0">
            <a:noAutofit/>
          </a:bodyPr>
          <a:lstStyle>
            <a:lvl1pPr marL="0" marR="0" indent="0" algn="l" defTabSz="685584" rtl="0" eaLnBrk="1" fontAlgn="auto" latinLnBrk="0" hangingPunct="1">
              <a:lnSpc>
                <a:spcPct val="100000"/>
              </a:lnSpc>
              <a:spcBef>
                <a:spcPts val="0"/>
              </a:spcBef>
              <a:spcAft>
                <a:spcPts val="450"/>
              </a:spcAft>
              <a:buClrTx/>
              <a:buSzTx/>
              <a:buFont typeface="Arial" pitchFamily="34" charset="0"/>
              <a:buNone/>
              <a:tabLst/>
              <a:defRPr sz="1600" b="0" kern="1200">
                <a:solidFill>
                  <a:schemeClr val="tx1"/>
                </a:solidFill>
                <a:latin typeface="+mn-lt"/>
                <a:ea typeface="+mn-ea"/>
                <a:cs typeface="+mn-cs"/>
              </a:defRPr>
            </a:lvl1pPr>
            <a:lvl2pPr marL="269875" marR="0" indent="-269875" algn="l" defTabSz="685584" rtl="0" eaLnBrk="1" fontAlgn="auto" latinLnBrk="0" hangingPunct="1">
              <a:lnSpc>
                <a:spcPct val="100000"/>
              </a:lnSpc>
              <a:spcBef>
                <a:spcPts val="0"/>
              </a:spcBef>
              <a:spcAft>
                <a:spcPts val="450"/>
              </a:spcAft>
              <a:buClr>
                <a:srgbClr val="ED1A3B"/>
              </a:buClr>
              <a:buSzPct val="80000"/>
              <a:buFont typeface="Wingdings 3" panose="05040102010807070707" pitchFamily="18" charset="2"/>
              <a:buChar char=""/>
              <a:tabLst/>
              <a:defRPr sz="1600" kern="1200">
                <a:solidFill>
                  <a:schemeClr val="tx1"/>
                </a:solidFill>
                <a:latin typeface="+mn-lt"/>
                <a:ea typeface="+mn-ea"/>
                <a:cs typeface="+mn-cs"/>
              </a:defRPr>
            </a:lvl2pPr>
            <a:lvl3pPr marL="539750" marR="0" indent="-269875" algn="l" defTabSz="685584" rtl="0" eaLnBrk="1" fontAlgn="auto" latinLnBrk="0" hangingPunct="1">
              <a:lnSpc>
                <a:spcPct val="100000"/>
              </a:lnSpc>
              <a:spcBef>
                <a:spcPts val="0"/>
              </a:spcBef>
              <a:spcAft>
                <a:spcPts val="450"/>
              </a:spcAft>
              <a:buClr>
                <a:srgbClr val="ED1A3B"/>
              </a:buClr>
              <a:buSzPct val="100000"/>
              <a:buFont typeface="Arial" panose="020B0604020202020204" pitchFamily="34" charset="0"/>
              <a:buChar char="‒"/>
              <a:tabLst/>
              <a:defRPr sz="1600" kern="1200">
                <a:solidFill>
                  <a:schemeClr val="tx1"/>
                </a:solidFill>
                <a:latin typeface="+mn-lt"/>
                <a:ea typeface="+mn-ea"/>
                <a:cs typeface="+mn-cs"/>
              </a:defRPr>
            </a:lvl3pPr>
            <a:lvl4pPr marL="809625" marR="0" indent="-269875" algn="l" defTabSz="685584" rtl="0" eaLnBrk="1" fontAlgn="auto" latinLnBrk="0" hangingPunct="1">
              <a:lnSpc>
                <a:spcPct val="100000"/>
              </a:lnSpc>
              <a:spcBef>
                <a:spcPts val="0"/>
              </a:spcBef>
              <a:spcAft>
                <a:spcPts val="450"/>
              </a:spcAft>
              <a:buClr>
                <a:srgbClr val="ED1A3B"/>
              </a:buClr>
              <a:buSzTx/>
              <a:buFont typeface="Arial" panose="020B0604020202020204" pitchFamily="34" charset="0"/>
              <a:buChar char="‒"/>
              <a:tabLst/>
              <a:defRPr sz="1600" kern="1200">
                <a:solidFill>
                  <a:schemeClr val="tx1"/>
                </a:solidFill>
                <a:latin typeface="+mn-lt"/>
                <a:ea typeface="+mn-ea"/>
                <a:cs typeface="+mn-cs"/>
              </a:defRPr>
            </a:lvl4pPr>
            <a:lvl5pPr marL="809625" marR="0" indent="-269875" algn="l" defTabSz="685584" rtl="0" eaLnBrk="1" fontAlgn="auto" latinLnBrk="0" hangingPunct="1">
              <a:lnSpc>
                <a:spcPct val="100000"/>
              </a:lnSpc>
              <a:spcBef>
                <a:spcPts val="0"/>
              </a:spcBef>
              <a:spcAft>
                <a:spcPts val="450"/>
              </a:spcAft>
              <a:buClr>
                <a:srgbClr val="ED1A3B"/>
              </a:buClr>
              <a:buSzTx/>
              <a:buFont typeface="Symbol" panose="05050102010706020507" pitchFamily="18" charset="2"/>
              <a:buChar char="-"/>
              <a:tabLst/>
              <a:defRPr sz="1200" kern="1200">
                <a:solidFill>
                  <a:schemeClr val="tx1"/>
                </a:solidFill>
                <a:latin typeface="+mn-lt"/>
                <a:ea typeface="+mn-ea"/>
                <a:cs typeface="+mn-cs"/>
              </a:defRPr>
            </a:lvl5pPr>
            <a:lvl6pPr marL="600075" indent="0" algn="l" defTabSz="685584" rtl="0" eaLnBrk="1" latinLnBrk="0" hangingPunct="1">
              <a:lnSpc>
                <a:spcPct val="100000"/>
              </a:lnSpc>
              <a:spcBef>
                <a:spcPts val="0"/>
              </a:spcBef>
              <a:spcAft>
                <a:spcPts val="450"/>
              </a:spcAft>
              <a:buFont typeface="Trebuchet MS" pitchFamily="34" charset="0"/>
              <a:buNone/>
              <a:defRPr lang="en-GB" sz="1200" kern="1200" baseline="0" dirty="0" smtClean="0">
                <a:solidFill>
                  <a:schemeClr val="tx1"/>
                </a:solidFill>
                <a:latin typeface="+mn-lt"/>
                <a:ea typeface="+mn-ea"/>
                <a:cs typeface="+mn-cs"/>
              </a:defRPr>
            </a:lvl6pPr>
            <a:lvl7pPr marL="600075" indent="0" algn="l" defTabSz="685584" rtl="0" eaLnBrk="1" latinLnBrk="0" hangingPunct="1">
              <a:lnSpc>
                <a:spcPct val="100000"/>
              </a:lnSpc>
              <a:spcBef>
                <a:spcPts val="0"/>
              </a:spcBef>
              <a:spcAft>
                <a:spcPts val="450"/>
              </a:spcAft>
              <a:buFont typeface="Arial" pitchFamily="34" charset="0"/>
              <a:buNone/>
              <a:defRPr sz="1200" kern="1200">
                <a:solidFill>
                  <a:schemeClr val="tx1"/>
                </a:solidFill>
                <a:latin typeface="+mn-lt"/>
                <a:ea typeface="+mn-ea"/>
                <a:cs typeface="+mn-cs"/>
              </a:defRPr>
            </a:lvl7pPr>
            <a:lvl8pPr marL="803275" marR="0" indent="-263525" algn="l" defTabSz="685584" rtl="0" eaLnBrk="1" fontAlgn="auto" latinLnBrk="0" hangingPunct="1">
              <a:lnSpc>
                <a:spcPct val="100000"/>
              </a:lnSpc>
              <a:spcBef>
                <a:spcPts val="0"/>
              </a:spcBef>
              <a:spcAft>
                <a:spcPts val="450"/>
              </a:spcAft>
              <a:buClr>
                <a:srgbClr val="ED1A3B"/>
              </a:buClr>
              <a:buSzTx/>
              <a:buFont typeface="Symbol" panose="05050102010706020507" pitchFamily="18" charset="2"/>
              <a:buChar char="-"/>
              <a:tabLst/>
              <a:defRPr sz="1200" kern="1200">
                <a:solidFill>
                  <a:schemeClr val="tx1"/>
                </a:solidFill>
                <a:latin typeface="+mn-lt"/>
                <a:ea typeface="+mn-ea"/>
                <a:cs typeface="+mn-cs"/>
              </a:defRPr>
            </a:lvl8pPr>
            <a:lvl9pPr marL="803275" marR="0" indent="-263525" algn="l" defTabSz="685584" rtl="0" eaLnBrk="1" fontAlgn="auto" latinLnBrk="0" hangingPunct="1">
              <a:lnSpc>
                <a:spcPct val="100000"/>
              </a:lnSpc>
              <a:spcBef>
                <a:spcPts val="0"/>
              </a:spcBef>
              <a:spcAft>
                <a:spcPts val="450"/>
              </a:spcAft>
              <a:buClr>
                <a:srgbClr val="ED1A3B"/>
              </a:buClr>
              <a:buSzTx/>
              <a:buFont typeface="Symbol" panose="05050102010706020507" pitchFamily="18" charset="2"/>
              <a:buChar char="-"/>
              <a:tabLst/>
              <a:defRPr sz="1200" kern="1200">
                <a:solidFill>
                  <a:schemeClr val="tx1"/>
                </a:solidFill>
                <a:latin typeface="+mn-lt"/>
                <a:ea typeface="+mn-ea"/>
                <a:cs typeface="+mn-cs"/>
              </a:defRPr>
            </a:lvl9pPr>
          </a:lstStyle>
          <a:p>
            <a:r>
              <a:rPr lang="en-GB" sz="1200" dirty="0" err="1"/>
              <a:t>Monatliche</a:t>
            </a:r>
            <a:r>
              <a:rPr lang="en-GB" sz="1200" dirty="0"/>
              <a:t> </a:t>
            </a:r>
            <a:r>
              <a:rPr lang="en-GB" sz="1200" dirty="0" err="1"/>
              <a:t>Annahme</a:t>
            </a:r>
            <a:r>
              <a:rPr lang="en-GB" sz="1200" dirty="0"/>
              <a:t>: 1 GB </a:t>
            </a:r>
            <a:r>
              <a:rPr lang="en-GB" sz="1200" dirty="0" err="1"/>
              <a:t>Logdata</a:t>
            </a:r>
            <a:r>
              <a:rPr lang="en-GB" sz="1200" dirty="0"/>
              <a:t> / pro Tag; </a:t>
            </a:r>
            <a:br>
              <a:rPr lang="en-GB" sz="1200" dirty="0"/>
            </a:br>
            <a:r>
              <a:rPr lang="en-GB" sz="1200" dirty="0"/>
              <a:t>ca 180.000 </a:t>
            </a:r>
            <a:r>
              <a:rPr lang="en-GB" sz="1200" dirty="0" err="1"/>
              <a:t>Ereignisse</a:t>
            </a:r>
            <a:r>
              <a:rPr lang="en-GB" sz="1200" dirty="0"/>
              <a:t> pro Monat; </a:t>
            </a:r>
            <a:br>
              <a:rPr lang="en-GB" sz="1200" dirty="0"/>
            </a:br>
            <a:endParaRPr lang="en-GB" sz="1200" dirty="0"/>
          </a:p>
        </p:txBody>
      </p:sp>
    </p:spTree>
    <p:extLst>
      <p:ext uri="{BB962C8B-B14F-4D97-AF65-F5344CB8AC3E}">
        <p14:creationId xmlns:p14="http://schemas.microsoft.com/office/powerpoint/2010/main" val="39735943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40443ACC-D68D-47CD-A32B-C435268EF91C}"/>
              </a:ext>
            </a:extLst>
          </p:cNvPr>
          <p:cNvSpPr>
            <a:spLocks noGrp="1"/>
          </p:cNvSpPr>
          <p:nvPr>
            <p:ph type="body" sz="quarter" idx="12"/>
          </p:nvPr>
        </p:nvSpPr>
        <p:spPr/>
        <p:txBody>
          <a:bodyPr/>
          <a:lstStyle/>
          <a:p>
            <a:endParaRPr lang="en-US"/>
          </a:p>
        </p:txBody>
      </p:sp>
      <p:sp>
        <p:nvSpPr>
          <p:cNvPr id="2" name="Title 1">
            <a:extLst>
              <a:ext uri="{FF2B5EF4-FFF2-40B4-BE49-F238E27FC236}">
                <a16:creationId xmlns:a16="http://schemas.microsoft.com/office/drawing/2014/main" id="{CD2B9A9C-E985-4A1A-95C3-06A0FD20FAC4}"/>
              </a:ext>
            </a:extLst>
          </p:cNvPr>
          <p:cNvSpPr>
            <a:spLocks noGrp="1"/>
          </p:cNvSpPr>
          <p:nvPr>
            <p:ph type="title"/>
          </p:nvPr>
        </p:nvSpPr>
        <p:spPr>
          <a:xfrm>
            <a:off x="323850" y="1700141"/>
            <a:ext cx="8496299" cy="316182"/>
          </a:xfrm>
        </p:spPr>
        <p:txBody>
          <a:bodyPr>
            <a:normAutofit fontScale="90000"/>
          </a:bodyPr>
          <a:lstStyle/>
          <a:p>
            <a:r>
              <a:rPr lang="en-GB" sz="2400" cap="none" dirty="0">
                <a:solidFill>
                  <a:schemeClr val="bg1"/>
                </a:solidFill>
              </a:rPr>
              <a:t>Microsoft 365 &amp; Azure</a:t>
            </a:r>
            <a:br>
              <a:rPr lang="en-GB" sz="2400" cap="none" dirty="0">
                <a:solidFill>
                  <a:schemeClr val="bg1"/>
                </a:solidFill>
              </a:rPr>
            </a:br>
            <a:br>
              <a:rPr lang="en-GB" sz="2400" cap="none" dirty="0">
                <a:solidFill>
                  <a:schemeClr val="bg1"/>
                </a:solidFill>
              </a:rPr>
            </a:br>
            <a:r>
              <a:rPr lang="en-GB" sz="3200" b="0" i="0" dirty="0">
                <a:solidFill>
                  <a:schemeClr val="bg1"/>
                </a:solidFill>
                <a:effectLst/>
                <a:latin typeface="SegoeUI"/>
              </a:rPr>
              <a:t>BDO Digital GmbH –</a:t>
            </a:r>
            <a:br>
              <a:rPr lang="en-GB" sz="3200" b="0" i="0" dirty="0">
                <a:solidFill>
                  <a:srgbClr val="000000"/>
                </a:solidFill>
                <a:effectLst/>
                <a:latin typeface="SegoeUI"/>
              </a:rPr>
            </a:br>
            <a:br>
              <a:rPr lang="en-GB" sz="3200" b="0" i="0" dirty="0">
                <a:solidFill>
                  <a:srgbClr val="000000"/>
                </a:solidFill>
                <a:effectLst/>
                <a:latin typeface="SegoeUI"/>
              </a:rPr>
            </a:br>
            <a:r>
              <a:rPr lang="en-GB" sz="3200" b="0" i="0" dirty="0">
                <a:solidFill>
                  <a:schemeClr val="accent1">
                    <a:lumMod val="20000"/>
                    <a:lumOff val="80000"/>
                  </a:schemeClr>
                </a:solidFill>
                <a:effectLst/>
                <a:latin typeface="SegoeUI"/>
              </a:rPr>
              <a:t>Cloud Backup Managed Service</a:t>
            </a:r>
            <a:endParaRPr lang="en-US" sz="3200" cap="none" dirty="0">
              <a:solidFill>
                <a:schemeClr val="bg1"/>
              </a:solidFill>
            </a:endParaRPr>
          </a:p>
        </p:txBody>
      </p:sp>
      <p:pic>
        <p:nvPicPr>
          <p:cNvPr id="9" name="Picture Placeholder 8" descr="A person standing posing for the camera&#10;&#10;Description automatically generated">
            <a:extLst>
              <a:ext uri="{FF2B5EF4-FFF2-40B4-BE49-F238E27FC236}">
                <a16:creationId xmlns:a16="http://schemas.microsoft.com/office/drawing/2014/main" id="{072D5ADD-5C2E-4C61-A102-E88E5EA3BA16}"/>
              </a:ext>
            </a:extLst>
          </p:cNvPr>
          <p:cNvPicPr>
            <a:picLocks noGrp="1" noChangeAspect="1"/>
          </p:cNvPicPr>
          <p:nvPr>
            <p:ph type="pic" sz="quarter" idx="4294967295"/>
          </p:nvPr>
        </p:nvPicPr>
        <p:blipFill rotWithShape="1">
          <a:blip r:embed="rId3" cstate="screen">
            <a:extLst>
              <a:ext uri="{28A0092B-C50C-407E-A947-70E740481C1C}">
                <a14:useLocalDpi xmlns:a14="http://schemas.microsoft.com/office/drawing/2010/main"/>
              </a:ext>
            </a:extLst>
          </a:blip>
          <a:srcRect t="153" b="153"/>
          <a:stretch/>
        </p:blipFill>
        <p:spPr>
          <a:xfrm>
            <a:off x="0" y="1370013"/>
            <a:ext cx="7886700" cy="3262312"/>
          </a:xfrm>
        </p:spPr>
      </p:pic>
      <p:sp>
        <p:nvSpPr>
          <p:cNvPr id="10" name="Rechteck 9">
            <a:extLst>
              <a:ext uri="{FF2B5EF4-FFF2-40B4-BE49-F238E27FC236}">
                <a16:creationId xmlns:a16="http://schemas.microsoft.com/office/drawing/2014/main" id="{5A774601-C4B2-4EFB-AD11-5159F3F79127}"/>
              </a:ext>
            </a:extLst>
          </p:cNvPr>
          <p:cNvSpPr/>
          <p:nvPr/>
        </p:nvSpPr>
        <p:spPr>
          <a:xfrm>
            <a:off x="218209" y="1465118"/>
            <a:ext cx="7955973" cy="1970809"/>
          </a:xfrm>
          <a:prstGeom prst="rect">
            <a:avLst/>
          </a:prstGeom>
          <a:solidFill>
            <a:srgbClr val="8C8C8C">
              <a:alpha val="50196"/>
            </a:srgb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de-DE" sz="1200"/>
          </a:p>
        </p:txBody>
      </p:sp>
      <p:sp>
        <p:nvSpPr>
          <p:cNvPr id="6" name="Text Placeholder 11">
            <a:extLst>
              <a:ext uri="{FF2B5EF4-FFF2-40B4-BE49-F238E27FC236}">
                <a16:creationId xmlns:a16="http://schemas.microsoft.com/office/drawing/2014/main" id="{65D5609B-14CF-47CC-A079-4A15B0743EB1}"/>
              </a:ext>
            </a:extLst>
          </p:cNvPr>
          <p:cNvSpPr txBox="1">
            <a:spLocks/>
          </p:cNvSpPr>
          <p:nvPr/>
        </p:nvSpPr>
        <p:spPr bwMode="gray">
          <a:xfrm>
            <a:off x="460690" y="2073044"/>
            <a:ext cx="8372160" cy="1766039"/>
          </a:xfrm>
          <a:prstGeom prst="rect">
            <a:avLst/>
          </a:prstGeom>
        </p:spPr>
        <p:txBody>
          <a:bodyPr vert="horz" lIns="0" tIns="0" rIns="0" bIns="0" rtlCol="0" anchor="t">
            <a:noAutofit/>
          </a:bodyPr>
          <a:lstStyle>
            <a:lvl1pPr marL="0" marR="0" indent="0" algn="l" defTabSz="685584" rtl="0" eaLnBrk="1" fontAlgn="auto" latinLnBrk="0" hangingPunct="1">
              <a:lnSpc>
                <a:spcPct val="80000"/>
              </a:lnSpc>
              <a:spcBef>
                <a:spcPts val="0"/>
              </a:spcBef>
              <a:spcAft>
                <a:spcPts val="0"/>
              </a:spcAft>
              <a:buClrTx/>
              <a:buSzTx/>
              <a:buFont typeface="Arial" pitchFamily="34" charset="0"/>
              <a:buNone/>
              <a:tabLst/>
              <a:defRPr lang="de-DE" sz="1800" b="0" kern="1200" dirty="0" smtClean="0">
                <a:solidFill>
                  <a:schemeClr val="tx1"/>
                </a:solidFill>
                <a:latin typeface="+mn-lt"/>
                <a:ea typeface="+mn-ea"/>
                <a:cs typeface="+mn-cs"/>
              </a:defRPr>
            </a:lvl1pPr>
            <a:lvl2pPr marL="269875" marR="0" indent="-269875" algn="l" defTabSz="685584" rtl="0" eaLnBrk="1" fontAlgn="auto" latinLnBrk="0" hangingPunct="1">
              <a:lnSpc>
                <a:spcPct val="100000"/>
              </a:lnSpc>
              <a:spcBef>
                <a:spcPts val="0"/>
              </a:spcBef>
              <a:spcAft>
                <a:spcPts val="450"/>
              </a:spcAft>
              <a:buClr>
                <a:srgbClr val="ED1A3B"/>
              </a:buClr>
              <a:buSzPct val="80000"/>
              <a:buFont typeface="Wingdings 3" panose="05040102010807070707" pitchFamily="18" charset="2"/>
              <a:buChar char=""/>
              <a:tabLst/>
              <a:defRPr lang="de-DE" sz="1600" kern="1200" smtClean="0">
                <a:solidFill>
                  <a:schemeClr val="tx1"/>
                </a:solidFill>
                <a:latin typeface="+mn-lt"/>
                <a:ea typeface="+mn-ea"/>
                <a:cs typeface="+mn-cs"/>
              </a:defRPr>
            </a:lvl2pPr>
            <a:lvl3pPr marL="539750" marR="0" indent="-269875" algn="l" defTabSz="685584" rtl="0" eaLnBrk="1" fontAlgn="auto" latinLnBrk="0" hangingPunct="1">
              <a:lnSpc>
                <a:spcPct val="100000"/>
              </a:lnSpc>
              <a:spcBef>
                <a:spcPts val="0"/>
              </a:spcBef>
              <a:spcAft>
                <a:spcPts val="450"/>
              </a:spcAft>
              <a:buClr>
                <a:srgbClr val="ED1A3B"/>
              </a:buClr>
              <a:buSzPct val="100000"/>
              <a:buFont typeface="Arial" panose="020B0604020202020204" pitchFamily="34" charset="0"/>
              <a:buChar char="‒"/>
              <a:tabLst/>
              <a:defRPr lang="de-DE" sz="1600" kern="1200" smtClean="0">
                <a:solidFill>
                  <a:schemeClr val="tx1"/>
                </a:solidFill>
                <a:latin typeface="+mn-lt"/>
                <a:ea typeface="+mn-ea"/>
                <a:cs typeface="+mn-cs"/>
              </a:defRPr>
            </a:lvl3pPr>
            <a:lvl4pPr marL="809625" marR="0" indent="-269875" algn="l" defTabSz="685584" rtl="0" eaLnBrk="1" fontAlgn="auto" latinLnBrk="0" hangingPunct="1">
              <a:lnSpc>
                <a:spcPct val="100000"/>
              </a:lnSpc>
              <a:spcBef>
                <a:spcPts val="0"/>
              </a:spcBef>
              <a:spcAft>
                <a:spcPts val="450"/>
              </a:spcAft>
              <a:buClr>
                <a:srgbClr val="ED1A3B"/>
              </a:buClr>
              <a:buSzTx/>
              <a:buFont typeface="Arial" panose="020B0604020202020204" pitchFamily="34" charset="0"/>
              <a:buChar char="‒"/>
              <a:tabLst/>
              <a:defRPr lang="de-DE" sz="1600" kern="1200" smtClean="0">
                <a:solidFill>
                  <a:schemeClr val="tx1"/>
                </a:solidFill>
                <a:latin typeface="+mn-lt"/>
                <a:ea typeface="+mn-ea"/>
                <a:cs typeface="+mn-cs"/>
              </a:defRPr>
            </a:lvl4pPr>
            <a:lvl5pPr marL="809625" marR="0" indent="-269875" algn="l" defTabSz="685584" rtl="0" eaLnBrk="1" fontAlgn="auto" latinLnBrk="0" hangingPunct="1">
              <a:lnSpc>
                <a:spcPct val="100000"/>
              </a:lnSpc>
              <a:spcBef>
                <a:spcPts val="0"/>
              </a:spcBef>
              <a:spcAft>
                <a:spcPts val="450"/>
              </a:spcAft>
              <a:buClr>
                <a:srgbClr val="ED1A3B"/>
              </a:buClr>
              <a:buSzTx/>
              <a:buFont typeface="Symbol" panose="05050102010706020507" pitchFamily="18" charset="2"/>
              <a:buChar char="-"/>
              <a:tabLst/>
              <a:defRPr lang="de-DE" sz="1200" kern="1200">
                <a:solidFill>
                  <a:schemeClr val="tx1"/>
                </a:solidFill>
                <a:latin typeface="+mn-lt"/>
                <a:ea typeface="+mn-ea"/>
                <a:cs typeface="+mn-cs"/>
              </a:defRPr>
            </a:lvl5pPr>
            <a:lvl6pPr marL="600075" indent="0" algn="l" defTabSz="685584" rtl="0" eaLnBrk="1" latinLnBrk="0" hangingPunct="1">
              <a:lnSpc>
                <a:spcPct val="100000"/>
              </a:lnSpc>
              <a:spcBef>
                <a:spcPts val="0"/>
              </a:spcBef>
              <a:spcAft>
                <a:spcPts val="450"/>
              </a:spcAft>
              <a:buFont typeface="Trebuchet MS" pitchFamily="34" charset="0"/>
              <a:buNone/>
              <a:defRPr lang="en-GB" sz="1200" kern="1200" baseline="0" dirty="0" smtClean="0">
                <a:solidFill>
                  <a:schemeClr val="tx1"/>
                </a:solidFill>
                <a:latin typeface="+mn-lt"/>
                <a:ea typeface="+mn-ea"/>
                <a:cs typeface="+mn-cs"/>
              </a:defRPr>
            </a:lvl6pPr>
            <a:lvl7pPr marL="600075" indent="0" algn="l" defTabSz="685584" rtl="0" eaLnBrk="1" latinLnBrk="0" hangingPunct="1">
              <a:lnSpc>
                <a:spcPct val="100000"/>
              </a:lnSpc>
              <a:spcBef>
                <a:spcPts val="0"/>
              </a:spcBef>
              <a:spcAft>
                <a:spcPts val="450"/>
              </a:spcAft>
              <a:buFont typeface="Arial" pitchFamily="34" charset="0"/>
              <a:buNone/>
              <a:defRPr sz="1200" kern="1200">
                <a:solidFill>
                  <a:schemeClr val="tx1"/>
                </a:solidFill>
                <a:latin typeface="+mn-lt"/>
                <a:ea typeface="+mn-ea"/>
                <a:cs typeface="+mn-cs"/>
              </a:defRPr>
            </a:lvl7pPr>
            <a:lvl8pPr marL="803275" marR="0" indent="-263525" algn="l" defTabSz="685584" rtl="0" eaLnBrk="1" fontAlgn="auto" latinLnBrk="0" hangingPunct="1">
              <a:lnSpc>
                <a:spcPct val="100000"/>
              </a:lnSpc>
              <a:spcBef>
                <a:spcPts val="0"/>
              </a:spcBef>
              <a:spcAft>
                <a:spcPts val="450"/>
              </a:spcAft>
              <a:buClr>
                <a:srgbClr val="ED1A3B"/>
              </a:buClr>
              <a:buSzTx/>
              <a:buFont typeface="Symbol" panose="05050102010706020507" pitchFamily="18" charset="2"/>
              <a:buChar char="-"/>
              <a:tabLst/>
              <a:defRPr sz="1200" kern="1200">
                <a:solidFill>
                  <a:schemeClr val="tx1"/>
                </a:solidFill>
                <a:latin typeface="+mn-lt"/>
                <a:ea typeface="+mn-ea"/>
                <a:cs typeface="+mn-cs"/>
              </a:defRPr>
            </a:lvl8pPr>
            <a:lvl9pPr marL="803275" marR="0" indent="-263525" algn="l" defTabSz="685584" rtl="0" eaLnBrk="1" fontAlgn="auto" latinLnBrk="0" hangingPunct="1">
              <a:lnSpc>
                <a:spcPct val="100000"/>
              </a:lnSpc>
              <a:spcBef>
                <a:spcPts val="0"/>
              </a:spcBef>
              <a:spcAft>
                <a:spcPts val="450"/>
              </a:spcAft>
              <a:buClr>
                <a:srgbClr val="ED1A3B"/>
              </a:buClr>
              <a:buSzTx/>
              <a:buFont typeface="Symbol" panose="05050102010706020507" pitchFamily="18" charset="2"/>
              <a:buChar char="-"/>
              <a:tabLst/>
              <a:defRPr sz="1200" kern="1200">
                <a:solidFill>
                  <a:schemeClr val="tx1"/>
                </a:solidFill>
                <a:latin typeface="+mn-lt"/>
                <a:ea typeface="+mn-ea"/>
                <a:cs typeface="+mn-cs"/>
              </a:defRPr>
            </a:lvl9pPr>
          </a:lstStyle>
          <a:p>
            <a:pPr lvl="1">
              <a:lnSpc>
                <a:spcPct val="150000"/>
              </a:lnSpc>
            </a:pPr>
            <a:endParaRPr lang="de-DE" sz="1400" dirty="0">
              <a:solidFill>
                <a:schemeClr val="bg1"/>
              </a:solidFill>
            </a:endParaRPr>
          </a:p>
        </p:txBody>
      </p:sp>
    </p:spTree>
    <p:extLst>
      <p:ext uri="{BB962C8B-B14F-4D97-AF65-F5344CB8AC3E}">
        <p14:creationId xmlns:p14="http://schemas.microsoft.com/office/powerpoint/2010/main" val="1993553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E944DADE-5B48-492E-ABE0-BA9D335560E2}"/>
              </a:ext>
            </a:extLst>
          </p:cNvPr>
          <p:cNvPicPr>
            <a:picLocks noGrp="1" noChangeAspect="1"/>
          </p:cNvPicPr>
          <p:nvPr>
            <p:ph type="pic" sz="quarter" idx="16"/>
          </p:nvPr>
        </p:nvPicPr>
        <p:blipFill rotWithShape="1">
          <a:blip r:embed="rId2" cstate="print">
            <a:extLst>
              <a:ext uri="{28A0092B-C50C-407E-A947-70E740481C1C}">
                <a14:useLocalDpi xmlns:a14="http://schemas.microsoft.com/office/drawing/2010/main"/>
              </a:ext>
            </a:extLst>
          </a:blip>
          <a:srcRect l="16" r="16"/>
          <a:stretch/>
        </p:blipFill>
        <p:spPr/>
      </p:pic>
      <p:sp>
        <p:nvSpPr>
          <p:cNvPr id="20" name="Textplatzhalter 19">
            <a:extLst>
              <a:ext uri="{FF2B5EF4-FFF2-40B4-BE49-F238E27FC236}">
                <a16:creationId xmlns:a16="http://schemas.microsoft.com/office/drawing/2014/main" id="{60863601-E447-4CD6-89C6-A60134F98387}"/>
              </a:ext>
            </a:extLst>
          </p:cNvPr>
          <p:cNvSpPr>
            <a:spLocks noGrp="1"/>
          </p:cNvSpPr>
          <p:nvPr>
            <p:ph type="body" sz="quarter" idx="15"/>
          </p:nvPr>
        </p:nvSpPr>
        <p:spPr/>
        <p:txBody>
          <a:bodyPr/>
          <a:lstStyle/>
          <a:p>
            <a:endParaRPr lang="de-DE" dirty="0"/>
          </a:p>
        </p:txBody>
      </p:sp>
      <p:sp>
        <p:nvSpPr>
          <p:cNvPr id="19" name="Titel 18">
            <a:extLst>
              <a:ext uri="{FF2B5EF4-FFF2-40B4-BE49-F238E27FC236}">
                <a16:creationId xmlns:a16="http://schemas.microsoft.com/office/drawing/2014/main" id="{701F5AEF-4E51-4040-8DFC-C8CB6756DEF3}"/>
              </a:ext>
            </a:extLst>
          </p:cNvPr>
          <p:cNvSpPr>
            <a:spLocks noGrp="1"/>
          </p:cNvSpPr>
          <p:nvPr>
            <p:ph type="title"/>
          </p:nvPr>
        </p:nvSpPr>
        <p:spPr/>
        <p:txBody>
          <a:bodyPr/>
          <a:lstStyle/>
          <a:p>
            <a:r>
              <a:rPr lang="de-DE" dirty="0"/>
              <a:t>Backup as a Service</a:t>
            </a:r>
          </a:p>
        </p:txBody>
      </p:sp>
      <p:sp>
        <p:nvSpPr>
          <p:cNvPr id="4" name="Textplatzhalter 3">
            <a:extLst>
              <a:ext uri="{FF2B5EF4-FFF2-40B4-BE49-F238E27FC236}">
                <a16:creationId xmlns:a16="http://schemas.microsoft.com/office/drawing/2014/main" id="{163AB676-4893-429B-983C-05F242025931}"/>
              </a:ext>
            </a:extLst>
          </p:cNvPr>
          <p:cNvSpPr>
            <a:spLocks noGrp="1"/>
          </p:cNvSpPr>
          <p:nvPr>
            <p:ph type="body" sz="quarter" idx="17"/>
          </p:nvPr>
        </p:nvSpPr>
        <p:spPr/>
        <p:txBody>
          <a:bodyPr/>
          <a:lstStyle/>
          <a:p>
            <a:r>
              <a:rPr lang="de-DE" sz="1800" i="1" dirty="0">
                <a:effectLst/>
                <a:latin typeface="Calibri" panose="020F0502020204030204" pitchFamily="34" charset="0"/>
                <a:ea typeface="Calibri" panose="020F0502020204030204" pitchFamily="34" charset="0"/>
              </a:rPr>
              <a:t>„Hybrid Anbindung bzw. als externer Backupspeicher für den Notfall, optional auch inkl. Desaster Recovery Service mit Site Replication“</a:t>
            </a:r>
            <a:endParaRPr lang="de-DE" i="1" dirty="0"/>
          </a:p>
        </p:txBody>
      </p:sp>
    </p:spTree>
    <p:extLst>
      <p:ext uri="{BB962C8B-B14F-4D97-AF65-F5344CB8AC3E}">
        <p14:creationId xmlns:p14="http://schemas.microsoft.com/office/powerpoint/2010/main" val="21667563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A60125F6-6141-4258-A0BA-AF2E7F801235}"/>
              </a:ext>
            </a:extLst>
          </p:cNvPr>
          <p:cNvSpPr>
            <a:spLocks noGrp="1"/>
          </p:cNvSpPr>
          <p:nvPr>
            <p:ph type="body" sz="quarter" idx="15"/>
          </p:nvPr>
        </p:nvSpPr>
        <p:spPr/>
        <p:txBody>
          <a:bodyPr/>
          <a:lstStyle/>
          <a:p>
            <a:r>
              <a:rPr lang="de-DE" dirty="0"/>
              <a:t>Security – Compliance</a:t>
            </a:r>
          </a:p>
        </p:txBody>
      </p:sp>
      <p:sp>
        <p:nvSpPr>
          <p:cNvPr id="3" name="Titel 2">
            <a:extLst>
              <a:ext uri="{FF2B5EF4-FFF2-40B4-BE49-F238E27FC236}">
                <a16:creationId xmlns:a16="http://schemas.microsoft.com/office/drawing/2014/main" id="{0D13D416-5D2A-4209-85B8-AEE30BC8B8E9}"/>
              </a:ext>
            </a:extLst>
          </p:cNvPr>
          <p:cNvSpPr>
            <a:spLocks noGrp="1"/>
          </p:cNvSpPr>
          <p:nvPr>
            <p:ph type="title"/>
          </p:nvPr>
        </p:nvSpPr>
        <p:spPr/>
        <p:txBody>
          <a:bodyPr/>
          <a:lstStyle/>
          <a:p>
            <a:r>
              <a:rPr lang="de-DE" dirty="0"/>
              <a:t>Azure &amp; Microsoft 365</a:t>
            </a:r>
          </a:p>
        </p:txBody>
      </p:sp>
      <p:pic>
        <p:nvPicPr>
          <p:cNvPr id="5" name="Picture 64" descr="A person that is standing in the water&#10;&#10;Description automatically generated">
            <a:extLst>
              <a:ext uri="{FF2B5EF4-FFF2-40B4-BE49-F238E27FC236}">
                <a16:creationId xmlns:a16="http://schemas.microsoft.com/office/drawing/2014/main" id="{5F671346-D05F-4214-9D22-9E5928057249}"/>
              </a:ext>
            </a:extLst>
          </p:cNvPr>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a:xfrm>
            <a:off x="5283975" y="0"/>
            <a:ext cx="3861573" cy="1545495"/>
          </a:xfrm>
          <a:custGeom>
            <a:avLst/>
            <a:gdLst>
              <a:gd name="connsiteX0" fmla="*/ 767624 w 4141454"/>
              <a:gd name="connsiteY0" fmla="*/ 0 h 1657510"/>
              <a:gd name="connsiteX1" fmla="*/ 4141454 w 4141454"/>
              <a:gd name="connsiteY1" fmla="*/ 0 h 1657510"/>
              <a:gd name="connsiteX2" fmla="*/ 4141454 w 4141454"/>
              <a:gd name="connsiteY2" fmla="*/ 1160721 h 1657510"/>
              <a:gd name="connsiteX3" fmla="*/ 3921690 w 4141454"/>
              <a:gd name="connsiteY3" fmla="*/ 1160721 h 1657510"/>
              <a:gd name="connsiteX4" fmla="*/ 3921690 w 4141454"/>
              <a:gd name="connsiteY4" fmla="*/ 1434651 h 1657510"/>
              <a:gd name="connsiteX5" fmla="*/ 3739071 w 4141454"/>
              <a:gd name="connsiteY5" fmla="*/ 1434651 h 1657510"/>
              <a:gd name="connsiteX6" fmla="*/ 3739071 w 4141454"/>
              <a:gd name="connsiteY6" fmla="*/ 1634295 h 1657510"/>
              <a:gd name="connsiteX7" fmla="*/ 3536331 w 4141454"/>
              <a:gd name="connsiteY7" fmla="*/ 1634295 h 1657510"/>
              <a:gd name="connsiteX8" fmla="*/ 3536331 w 4141454"/>
              <a:gd name="connsiteY8" fmla="*/ 1434651 h 1657510"/>
              <a:gd name="connsiteX9" fmla="*/ 3536331 w 4141454"/>
              <a:gd name="connsiteY9" fmla="*/ 1431556 h 1657510"/>
              <a:gd name="connsiteX10" fmla="*/ 3536331 w 4141454"/>
              <a:gd name="connsiteY10" fmla="*/ 1160721 h 1657510"/>
              <a:gd name="connsiteX11" fmla="*/ 3367639 w 4141454"/>
              <a:gd name="connsiteY11" fmla="*/ 1160721 h 1657510"/>
              <a:gd name="connsiteX12" fmla="*/ 3367639 w 4141454"/>
              <a:gd name="connsiteY12" fmla="*/ 1360365 h 1657510"/>
              <a:gd name="connsiteX13" fmla="*/ 2890970 w 4141454"/>
              <a:gd name="connsiteY13" fmla="*/ 1360365 h 1657510"/>
              <a:gd name="connsiteX14" fmla="*/ 2890970 w 4141454"/>
              <a:gd name="connsiteY14" fmla="*/ 1454770 h 1657510"/>
              <a:gd name="connsiteX15" fmla="*/ 3093709 w 4141454"/>
              <a:gd name="connsiteY15" fmla="*/ 1454770 h 1657510"/>
              <a:gd name="connsiteX16" fmla="*/ 3093709 w 4141454"/>
              <a:gd name="connsiteY16" fmla="*/ 1657510 h 1657510"/>
              <a:gd name="connsiteX17" fmla="*/ 2890970 w 4141454"/>
              <a:gd name="connsiteY17" fmla="*/ 1657510 h 1657510"/>
              <a:gd name="connsiteX18" fmla="*/ 2890970 w 4141454"/>
              <a:gd name="connsiteY18" fmla="*/ 1563104 h 1657510"/>
              <a:gd name="connsiteX19" fmla="*/ 2688231 w 4141454"/>
              <a:gd name="connsiteY19" fmla="*/ 1563104 h 1657510"/>
              <a:gd name="connsiteX20" fmla="*/ 2688231 w 4141454"/>
              <a:gd name="connsiteY20" fmla="*/ 1360365 h 1657510"/>
              <a:gd name="connsiteX21" fmla="*/ 2688231 w 4141454"/>
              <a:gd name="connsiteY21" fmla="*/ 1160721 h 1657510"/>
              <a:gd name="connsiteX22" fmla="*/ 2374062 w 4141454"/>
              <a:gd name="connsiteY22" fmla="*/ 1160721 h 1657510"/>
              <a:gd name="connsiteX23" fmla="*/ 2374062 w 4141454"/>
              <a:gd name="connsiteY23" fmla="*/ 1279888 h 1657510"/>
              <a:gd name="connsiteX24" fmla="*/ 2519539 w 4141454"/>
              <a:gd name="connsiteY24" fmla="*/ 1279888 h 1657510"/>
              <a:gd name="connsiteX25" fmla="*/ 2519539 w 4141454"/>
              <a:gd name="connsiteY25" fmla="*/ 1484175 h 1657510"/>
              <a:gd name="connsiteX26" fmla="*/ 2316800 w 4141454"/>
              <a:gd name="connsiteY26" fmla="*/ 1484175 h 1657510"/>
              <a:gd name="connsiteX27" fmla="*/ 2316800 w 4141454"/>
              <a:gd name="connsiteY27" fmla="*/ 1365008 h 1657510"/>
              <a:gd name="connsiteX28" fmla="*/ 2171323 w 4141454"/>
              <a:gd name="connsiteY28" fmla="*/ 1365008 h 1657510"/>
              <a:gd name="connsiteX29" fmla="*/ 2171323 w 4141454"/>
              <a:gd name="connsiteY29" fmla="*/ 1160721 h 1657510"/>
              <a:gd name="connsiteX30" fmla="*/ 2045965 w 4141454"/>
              <a:gd name="connsiteY30" fmla="*/ 1160721 h 1657510"/>
              <a:gd name="connsiteX31" fmla="*/ 2045965 w 4141454"/>
              <a:gd name="connsiteY31" fmla="*/ 1382032 h 1657510"/>
              <a:gd name="connsiteX32" fmla="*/ 2045965 w 4141454"/>
              <a:gd name="connsiteY32" fmla="*/ 1397508 h 1657510"/>
              <a:gd name="connsiteX33" fmla="*/ 2045965 w 4141454"/>
              <a:gd name="connsiteY33" fmla="*/ 1584771 h 1657510"/>
              <a:gd name="connsiteX34" fmla="*/ 1843225 w 4141454"/>
              <a:gd name="connsiteY34" fmla="*/ 1584771 h 1657510"/>
              <a:gd name="connsiteX35" fmla="*/ 1843225 w 4141454"/>
              <a:gd name="connsiteY35" fmla="*/ 1397508 h 1657510"/>
              <a:gd name="connsiteX36" fmla="*/ 1162269 w 4141454"/>
              <a:gd name="connsiteY36" fmla="*/ 1397508 h 1657510"/>
              <a:gd name="connsiteX37" fmla="*/ 1162269 w 4141454"/>
              <a:gd name="connsiteY37" fmla="*/ 1160721 h 1657510"/>
              <a:gd name="connsiteX38" fmla="*/ 1036911 w 4141454"/>
              <a:gd name="connsiteY38" fmla="*/ 1160721 h 1657510"/>
              <a:gd name="connsiteX39" fmla="*/ 1036911 w 4141454"/>
              <a:gd name="connsiteY39" fmla="*/ 1320127 h 1657510"/>
              <a:gd name="connsiteX40" fmla="*/ 642266 w 4141454"/>
              <a:gd name="connsiteY40" fmla="*/ 1320127 h 1657510"/>
              <a:gd name="connsiteX41" fmla="*/ 642266 w 4141454"/>
              <a:gd name="connsiteY41" fmla="*/ 866672 h 1657510"/>
              <a:gd name="connsiteX42" fmla="*/ 332740 w 4141454"/>
              <a:gd name="connsiteY42" fmla="*/ 866672 h 1657510"/>
              <a:gd name="connsiteX43" fmla="*/ 332740 w 4141454"/>
              <a:gd name="connsiteY43" fmla="*/ 1038458 h 1657510"/>
              <a:gd name="connsiteX44" fmla="*/ 130001 w 4141454"/>
              <a:gd name="connsiteY44" fmla="*/ 1038458 h 1657510"/>
              <a:gd name="connsiteX45" fmla="*/ 130001 w 4141454"/>
              <a:gd name="connsiteY45" fmla="*/ 866672 h 1657510"/>
              <a:gd name="connsiteX46" fmla="*/ 0 w 4141454"/>
              <a:gd name="connsiteY46" fmla="*/ 866672 h 1657510"/>
              <a:gd name="connsiteX47" fmla="*/ 0 w 4141454"/>
              <a:gd name="connsiteY47" fmla="*/ 663932 h 1657510"/>
              <a:gd name="connsiteX48" fmla="*/ 642266 w 4141454"/>
              <a:gd name="connsiteY48" fmla="*/ 663932 h 1657510"/>
              <a:gd name="connsiteX49" fmla="*/ 767624 w 4141454"/>
              <a:gd name="connsiteY49" fmla="*/ 663932 h 1657510"/>
              <a:gd name="connsiteX50" fmla="*/ 767624 w 4141454"/>
              <a:gd name="connsiteY50" fmla="*/ 552503 h 1657510"/>
              <a:gd name="connsiteX51" fmla="*/ 464289 w 4141454"/>
              <a:gd name="connsiteY51" fmla="*/ 552503 h 1657510"/>
              <a:gd name="connsiteX52" fmla="*/ 464289 w 4141454"/>
              <a:gd name="connsiteY52" fmla="*/ 114524 h 1657510"/>
              <a:gd name="connsiteX53" fmla="*/ 767624 w 4141454"/>
              <a:gd name="connsiteY53" fmla="*/ 114524 h 1657510"/>
              <a:gd name="connsiteX54" fmla="*/ 767624 w 4141454"/>
              <a:gd name="connsiteY54" fmla="*/ 0 h 1657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4141454" h="1657510">
                <a:moveTo>
                  <a:pt x="767624" y="0"/>
                </a:moveTo>
                <a:lnTo>
                  <a:pt x="4141454" y="0"/>
                </a:lnTo>
                <a:lnTo>
                  <a:pt x="4141454" y="1160721"/>
                </a:lnTo>
                <a:lnTo>
                  <a:pt x="3921690" y="1160721"/>
                </a:lnTo>
                <a:lnTo>
                  <a:pt x="3921690" y="1434651"/>
                </a:lnTo>
                <a:lnTo>
                  <a:pt x="3739071" y="1434651"/>
                </a:lnTo>
                <a:lnTo>
                  <a:pt x="3739071" y="1634295"/>
                </a:lnTo>
                <a:lnTo>
                  <a:pt x="3536331" y="1634295"/>
                </a:lnTo>
                <a:lnTo>
                  <a:pt x="3536331" y="1434651"/>
                </a:lnTo>
                <a:lnTo>
                  <a:pt x="3536331" y="1431556"/>
                </a:lnTo>
                <a:lnTo>
                  <a:pt x="3536331" y="1160721"/>
                </a:lnTo>
                <a:lnTo>
                  <a:pt x="3367639" y="1160721"/>
                </a:lnTo>
                <a:lnTo>
                  <a:pt x="3367639" y="1360365"/>
                </a:lnTo>
                <a:lnTo>
                  <a:pt x="2890970" y="1360365"/>
                </a:lnTo>
                <a:lnTo>
                  <a:pt x="2890970" y="1454770"/>
                </a:lnTo>
                <a:lnTo>
                  <a:pt x="3093709" y="1454770"/>
                </a:lnTo>
                <a:lnTo>
                  <a:pt x="3093709" y="1657510"/>
                </a:lnTo>
                <a:lnTo>
                  <a:pt x="2890970" y="1657510"/>
                </a:lnTo>
                <a:lnTo>
                  <a:pt x="2890970" y="1563104"/>
                </a:lnTo>
                <a:lnTo>
                  <a:pt x="2688231" y="1563104"/>
                </a:lnTo>
                <a:lnTo>
                  <a:pt x="2688231" y="1360365"/>
                </a:lnTo>
                <a:lnTo>
                  <a:pt x="2688231" y="1160721"/>
                </a:lnTo>
                <a:lnTo>
                  <a:pt x="2374062" y="1160721"/>
                </a:lnTo>
                <a:lnTo>
                  <a:pt x="2374062" y="1279888"/>
                </a:lnTo>
                <a:lnTo>
                  <a:pt x="2519539" y="1279888"/>
                </a:lnTo>
                <a:lnTo>
                  <a:pt x="2519539" y="1484175"/>
                </a:lnTo>
                <a:lnTo>
                  <a:pt x="2316800" y="1484175"/>
                </a:lnTo>
                <a:lnTo>
                  <a:pt x="2316800" y="1365008"/>
                </a:lnTo>
                <a:lnTo>
                  <a:pt x="2171323" y="1365008"/>
                </a:lnTo>
                <a:lnTo>
                  <a:pt x="2171323" y="1160721"/>
                </a:lnTo>
                <a:lnTo>
                  <a:pt x="2045965" y="1160721"/>
                </a:lnTo>
                <a:lnTo>
                  <a:pt x="2045965" y="1382032"/>
                </a:lnTo>
                <a:lnTo>
                  <a:pt x="2045965" y="1397508"/>
                </a:lnTo>
                <a:lnTo>
                  <a:pt x="2045965" y="1584771"/>
                </a:lnTo>
                <a:lnTo>
                  <a:pt x="1843225" y="1584771"/>
                </a:lnTo>
                <a:lnTo>
                  <a:pt x="1843225" y="1397508"/>
                </a:lnTo>
                <a:lnTo>
                  <a:pt x="1162269" y="1397508"/>
                </a:lnTo>
                <a:lnTo>
                  <a:pt x="1162269" y="1160721"/>
                </a:lnTo>
                <a:lnTo>
                  <a:pt x="1036911" y="1160721"/>
                </a:lnTo>
                <a:lnTo>
                  <a:pt x="1036911" y="1320127"/>
                </a:lnTo>
                <a:lnTo>
                  <a:pt x="642266" y="1320127"/>
                </a:lnTo>
                <a:lnTo>
                  <a:pt x="642266" y="866672"/>
                </a:lnTo>
                <a:lnTo>
                  <a:pt x="332740" y="866672"/>
                </a:lnTo>
                <a:lnTo>
                  <a:pt x="332740" y="1038458"/>
                </a:lnTo>
                <a:lnTo>
                  <a:pt x="130001" y="1038458"/>
                </a:lnTo>
                <a:lnTo>
                  <a:pt x="130001" y="866672"/>
                </a:lnTo>
                <a:lnTo>
                  <a:pt x="0" y="866672"/>
                </a:lnTo>
                <a:lnTo>
                  <a:pt x="0" y="663932"/>
                </a:lnTo>
                <a:lnTo>
                  <a:pt x="642266" y="663932"/>
                </a:lnTo>
                <a:lnTo>
                  <a:pt x="767624" y="663932"/>
                </a:lnTo>
                <a:lnTo>
                  <a:pt x="767624" y="552503"/>
                </a:lnTo>
                <a:lnTo>
                  <a:pt x="464289" y="552503"/>
                </a:lnTo>
                <a:lnTo>
                  <a:pt x="464289" y="114524"/>
                </a:lnTo>
                <a:lnTo>
                  <a:pt x="767624" y="114524"/>
                </a:lnTo>
                <a:lnTo>
                  <a:pt x="767624" y="0"/>
                </a:lnTo>
                <a:close/>
              </a:path>
            </a:pathLst>
          </a:custGeom>
        </p:spPr>
      </p:pic>
      <p:sp>
        <p:nvSpPr>
          <p:cNvPr id="25" name="Textplatzhalter 3">
            <a:extLst>
              <a:ext uri="{FF2B5EF4-FFF2-40B4-BE49-F238E27FC236}">
                <a16:creationId xmlns:a16="http://schemas.microsoft.com/office/drawing/2014/main" id="{E91553E6-B007-4554-A504-B7953F549D1D}"/>
              </a:ext>
            </a:extLst>
          </p:cNvPr>
          <p:cNvSpPr txBox="1">
            <a:spLocks/>
          </p:cNvSpPr>
          <p:nvPr/>
        </p:nvSpPr>
        <p:spPr>
          <a:xfrm>
            <a:off x="4753484" y="1400006"/>
            <a:ext cx="4118283" cy="2710109"/>
          </a:xfrm>
          <a:prstGeom prst="rect">
            <a:avLst/>
          </a:prstGeom>
        </p:spPr>
        <p:txBody>
          <a:bodyPr vert="horz" lIns="0" tIns="0" rIns="0" bIns="0" rtlCol="0">
            <a:noAutofit/>
          </a:bodyPr>
          <a:lstStyle>
            <a:lvl1pPr marL="0" marR="0" indent="0" algn="l" defTabSz="685584" rtl="0" eaLnBrk="1" fontAlgn="auto" latinLnBrk="0" hangingPunct="1">
              <a:lnSpc>
                <a:spcPct val="100000"/>
              </a:lnSpc>
              <a:spcBef>
                <a:spcPts val="0"/>
              </a:spcBef>
              <a:spcAft>
                <a:spcPts val="450"/>
              </a:spcAft>
              <a:buClrTx/>
              <a:buSzTx/>
              <a:buFont typeface="Arial" pitchFamily="34" charset="0"/>
              <a:buNone/>
              <a:tabLst/>
              <a:defRPr sz="1600" b="0" kern="1200">
                <a:solidFill>
                  <a:schemeClr val="tx1"/>
                </a:solidFill>
                <a:latin typeface="+mn-lt"/>
                <a:ea typeface="+mn-ea"/>
                <a:cs typeface="+mn-cs"/>
              </a:defRPr>
            </a:lvl1pPr>
            <a:lvl2pPr marL="269875" marR="0" indent="-269875" algn="l" defTabSz="685584" rtl="0" eaLnBrk="1" fontAlgn="auto" latinLnBrk="0" hangingPunct="1">
              <a:lnSpc>
                <a:spcPct val="100000"/>
              </a:lnSpc>
              <a:spcBef>
                <a:spcPts val="0"/>
              </a:spcBef>
              <a:spcAft>
                <a:spcPts val="450"/>
              </a:spcAft>
              <a:buClr>
                <a:srgbClr val="ED1A3B"/>
              </a:buClr>
              <a:buSzPct val="80000"/>
              <a:buFont typeface="Wingdings 3" panose="05040102010807070707" pitchFamily="18" charset="2"/>
              <a:buChar char=""/>
              <a:tabLst/>
              <a:defRPr sz="1600" kern="1200">
                <a:solidFill>
                  <a:schemeClr val="tx1"/>
                </a:solidFill>
                <a:latin typeface="+mn-lt"/>
                <a:ea typeface="+mn-ea"/>
                <a:cs typeface="+mn-cs"/>
              </a:defRPr>
            </a:lvl2pPr>
            <a:lvl3pPr marL="539750" marR="0" indent="-269875" algn="l" defTabSz="685584" rtl="0" eaLnBrk="1" fontAlgn="auto" latinLnBrk="0" hangingPunct="1">
              <a:lnSpc>
                <a:spcPct val="100000"/>
              </a:lnSpc>
              <a:spcBef>
                <a:spcPts val="0"/>
              </a:spcBef>
              <a:spcAft>
                <a:spcPts val="450"/>
              </a:spcAft>
              <a:buClr>
                <a:srgbClr val="ED1A3B"/>
              </a:buClr>
              <a:buSzPct val="100000"/>
              <a:buFont typeface="Arial" panose="020B0604020202020204" pitchFamily="34" charset="0"/>
              <a:buChar char="‒"/>
              <a:tabLst/>
              <a:defRPr sz="1600" kern="1200">
                <a:solidFill>
                  <a:schemeClr val="tx1"/>
                </a:solidFill>
                <a:latin typeface="+mn-lt"/>
                <a:ea typeface="+mn-ea"/>
                <a:cs typeface="+mn-cs"/>
              </a:defRPr>
            </a:lvl3pPr>
            <a:lvl4pPr marL="809625" marR="0" indent="-269875" algn="l" defTabSz="685584" rtl="0" eaLnBrk="1" fontAlgn="auto" latinLnBrk="0" hangingPunct="1">
              <a:lnSpc>
                <a:spcPct val="100000"/>
              </a:lnSpc>
              <a:spcBef>
                <a:spcPts val="0"/>
              </a:spcBef>
              <a:spcAft>
                <a:spcPts val="450"/>
              </a:spcAft>
              <a:buClr>
                <a:srgbClr val="ED1A3B"/>
              </a:buClr>
              <a:buSzTx/>
              <a:buFont typeface="Arial" panose="020B0604020202020204" pitchFamily="34" charset="0"/>
              <a:buChar char="‒"/>
              <a:tabLst/>
              <a:defRPr sz="1600" kern="1200">
                <a:solidFill>
                  <a:schemeClr val="tx1"/>
                </a:solidFill>
                <a:latin typeface="+mn-lt"/>
                <a:ea typeface="+mn-ea"/>
                <a:cs typeface="+mn-cs"/>
              </a:defRPr>
            </a:lvl4pPr>
            <a:lvl5pPr marL="809625" marR="0" indent="-269875" algn="l" defTabSz="685584" rtl="0" eaLnBrk="1" fontAlgn="auto" latinLnBrk="0" hangingPunct="1">
              <a:lnSpc>
                <a:spcPct val="100000"/>
              </a:lnSpc>
              <a:spcBef>
                <a:spcPts val="0"/>
              </a:spcBef>
              <a:spcAft>
                <a:spcPts val="450"/>
              </a:spcAft>
              <a:buClr>
                <a:srgbClr val="ED1A3B"/>
              </a:buClr>
              <a:buSzTx/>
              <a:buFont typeface="Symbol" panose="05050102010706020507" pitchFamily="18" charset="2"/>
              <a:buChar char="-"/>
              <a:tabLst/>
              <a:defRPr sz="1200" kern="1200">
                <a:solidFill>
                  <a:schemeClr val="tx1"/>
                </a:solidFill>
                <a:latin typeface="+mn-lt"/>
                <a:ea typeface="+mn-ea"/>
                <a:cs typeface="+mn-cs"/>
              </a:defRPr>
            </a:lvl5pPr>
            <a:lvl6pPr marL="600075" indent="0" algn="l" defTabSz="685584" rtl="0" eaLnBrk="1" latinLnBrk="0" hangingPunct="1">
              <a:lnSpc>
                <a:spcPct val="100000"/>
              </a:lnSpc>
              <a:spcBef>
                <a:spcPts val="0"/>
              </a:spcBef>
              <a:spcAft>
                <a:spcPts val="450"/>
              </a:spcAft>
              <a:buFont typeface="Trebuchet MS" pitchFamily="34" charset="0"/>
              <a:buNone/>
              <a:defRPr lang="en-GB" sz="1200" kern="1200" baseline="0" dirty="0" smtClean="0">
                <a:solidFill>
                  <a:schemeClr val="tx1"/>
                </a:solidFill>
                <a:latin typeface="+mn-lt"/>
                <a:ea typeface="+mn-ea"/>
                <a:cs typeface="+mn-cs"/>
              </a:defRPr>
            </a:lvl6pPr>
            <a:lvl7pPr marL="600075" indent="0" algn="l" defTabSz="685584" rtl="0" eaLnBrk="1" latinLnBrk="0" hangingPunct="1">
              <a:lnSpc>
                <a:spcPct val="100000"/>
              </a:lnSpc>
              <a:spcBef>
                <a:spcPts val="0"/>
              </a:spcBef>
              <a:spcAft>
                <a:spcPts val="450"/>
              </a:spcAft>
              <a:buFont typeface="Arial" pitchFamily="34" charset="0"/>
              <a:buNone/>
              <a:defRPr sz="1200" kern="1200">
                <a:solidFill>
                  <a:schemeClr val="tx1"/>
                </a:solidFill>
                <a:latin typeface="+mn-lt"/>
                <a:ea typeface="+mn-ea"/>
                <a:cs typeface="+mn-cs"/>
              </a:defRPr>
            </a:lvl7pPr>
            <a:lvl8pPr marL="803275" marR="0" indent="-263525" algn="l" defTabSz="685584" rtl="0" eaLnBrk="1" fontAlgn="auto" latinLnBrk="0" hangingPunct="1">
              <a:lnSpc>
                <a:spcPct val="100000"/>
              </a:lnSpc>
              <a:spcBef>
                <a:spcPts val="0"/>
              </a:spcBef>
              <a:spcAft>
                <a:spcPts val="450"/>
              </a:spcAft>
              <a:buClr>
                <a:srgbClr val="ED1A3B"/>
              </a:buClr>
              <a:buSzTx/>
              <a:buFont typeface="Symbol" panose="05050102010706020507" pitchFamily="18" charset="2"/>
              <a:buChar char="-"/>
              <a:tabLst/>
              <a:defRPr sz="1200" kern="1200">
                <a:solidFill>
                  <a:schemeClr val="tx1"/>
                </a:solidFill>
                <a:latin typeface="+mn-lt"/>
                <a:ea typeface="+mn-ea"/>
                <a:cs typeface="+mn-cs"/>
              </a:defRPr>
            </a:lvl8pPr>
            <a:lvl9pPr marL="803275" marR="0" indent="-263525" algn="l" defTabSz="685584" rtl="0" eaLnBrk="1" fontAlgn="auto" latinLnBrk="0" hangingPunct="1">
              <a:lnSpc>
                <a:spcPct val="100000"/>
              </a:lnSpc>
              <a:spcBef>
                <a:spcPts val="0"/>
              </a:spcBef>
              <a:spcAft>
                <a:spcPts val="450"/>
              </a:spcAft>
              <a:buClr>
                <a:srgbClr val="ED1A3B"/>
              </a:buClr>
              <a:buSzTx/>
              <a:buFont typeface="Symbol" panose="05050102010706020507" pitchFamily="18" charset="2"/>
              <a:buChar char="-"/>
              <a:tabLst/>
              <a:defRPr sz="1200" kern="1200">
                <a:solidFill>
                  <a:schemeClr val="tx1"/>
                </a:solidFill>
                <a:latin typeface="+mn-lt"/>
                <a:ea typeface="+mn-ea"/>
                <a:cs typeface="+mn-cs"/>
              </a:defRPr>
            </a:lvl9pPr>
          </a:lstStyle>
          <a:p>
            <a:r>
              <a:rPr lang="de-DE" sz="1200" dirty="0"/>
              <a:t>Unsere Basis Lösung </a:t>
            </a:r>
            <a:br>
              <a:rPr lang="de-DE" sz="1200" dirty="0"/>
            </a:br>
            <a:r>
              <a:rPr lang="de-DE" sz="1200" dirty="0"/>
              <a:t>„</a:t>
            </a:r>
            <a:r>
              <a:rPr lang="en-GB" sz="1200" b="1" dirty="0"/>
              <a:t>P3 cloud solutions GmbH -Azure Managed Service OnBoarding</a:t>
            </a:r>
            <a:r>
              <a:rPr lang="en-GB" sz="1200" dirty="0"/>
              <a:t>”</a:t>
            </a:r>
            <a:br>
              <a:rPr lang="en-GB" sz="1200" dirty="0"/>
            </a:br>
            <a:r>
              <a:rPr lang="en-GB" sz="1200" dirty="0" err="1"/>
              <a:t>bietet</a:t>
            </a:r>
            <a:r>
              <a:rPr lang="en-GB" sz="1200" dirty="0"/>
              <a:t> </a:t>
            </a:r>
            <a:r>
              <a:rPr lang="en-GB" sz="1200" dirty="0" err="1"/>
              <a:t>über</a:t>
            </a:r>
            <a:r>
              <a:rPr lang="en-GB" sz="1200" dirty="0"/>
              <a:t> den Microsoft Marketplace </a:t>
            </a:r>
            <a:r>
              <a:rPr lang="en-GB" sz="1200" dirty="0" err="1"/>
              <a:t>eine</a:t>
            </a:r>
            <a:r>
              <a:rPr lang="en-GB" sz="1200" dirty="0"/>
              <a:t> </a:t>
            </a:r>
            <a:r>
              <a:rPr lang="en-GB" sz="1200" dirty="0" err="1"/>
              <a:t>zertifizierte</a:t>
            </a:r>
            <a:r>
              <a:rPr lang="en-GB" sz="1200" dirty="0"/>
              <a:t> </a:t>
            </a:r>
            <a:r>
              <a:rPr lang="en-GB" sz="1200" dirty="0" err="1"/>
              <a:t>Zugriffsverwaltung</a:t>
            </a:r>
            <a:r>
              <a:rPr lang="en-GB" sz="1200" dirty="0"/>
              <a:t> (</a:t>
            </a:r>
            <a:r>
              <a:rPr lang="en-GB" sz="1200" b="1" dirty="0"/>
              <a:t>RBAC</a:t>
            </a:r>
            <a:r>
              <a:rPr lang="en-GB" sz="1200" dirty="0"/>
              <a:t>) in </a:t>
            </a:r>
            <a:r>
              <a:rPr lang="en-GB" sz="1200" b="1" dirty="0"/>
              <a:t>Azure</a:t>
            </a:r>
            <a:r>
              <a:rPr lang="en-GB" sz="1200" dirty="0"/>
              <a:t> und </a:t>
            </a:r>
            <a:r>
              <a:rPr lang="en-GB" sz="1200" b="1" dirty="0"/>
              <a:t>Microsoft 365</a:t>
            </a:r>
          </a:p>
          <a:p>
            <a:r>
              <a:rPr lang="en-GB" sz="1200" dirty="0" err="1"/>
              <a:t>Unsere</a:t>
            </a:r>
            <a:r>
              <a:rPr lang="en-GB" sz="1200" dirty="0"/>
              <a:t> Support Mitarbeiter </a:t>
            </a:r>
            <a:r>
              <a:rPr lang="en-GB" sz="1200" dirty="0" err="1"/>
              <a:t>werden</a:t>
            </a:r>
            <a:r>
              <a:rPr lang="en-GB" sz="1200" dirty="0"/>
              <a:t> </a:t>
            </a:r>
            <a:r>
              <a:rPr lang="en-GB" sz="1200" b="1" dirty="0" err="1"/>
              <a:t>dediziert</a:t>
            </a:r>
            <a:r>
              <a:rPr lang="en-GB" sz="1200" dirty="0"/>
              <a:t> und </a:t>
            </a:r>
            <a:r>
              <a:rPr lang="en-GB" sz="1200" b="1" dirty="0" err="1"/>
              <a:t>individuell</a:t>
            </a:r>
            <a:r>
              <a:rPr lang="en-GB" sz="1200" dirty="0"/>
              <a:t> </a:t>
            </a:r>
            <a:r>
              <a:rPr lang="en-GB" sz="1200" dirty="0" err="1"/>
              <a:t>durch</a:t>
            </a:r>
            <a:r>
              <a:rPr lang="en-GB" sz="1200" dirty="0"/>
              <a:t> </a:t>
            </a:r>
            <a:r>
              <a:rPr lang="en-GB" sz="1200" dirty="0" err="1"/>
              <a:t>einen</a:t>
            </a:r>
            <a:r>
              <a:rPr lang="en-GB" sz="1200" dirty="0"/>
              <a:t> </a:t>
            </a:r>
            <a:r>
              <a:rPr lang="en-GB" sz="1200" dirty="0" err="1"/>
              <a:t>internen</a:t>
            </a:r>
            <a:r>
              <a:rPr lang="en-GB" sz="1200" dirty="0"/>
              <a:t> </a:t>
            </a:r>
            <a:r>
              <a:rPr lang="en-GB" sz="1200" b="1" dirty="0" err="1"/>
              <a:t>Freigabeprozess</a:t>
            </a:r>
            <a:r>
              <a:rPr lang="en-GB" sz="1200" dirty="0"/>
              <a:t> </a:t>
            </a:r>
            <a:r>
              <a:rPr lang="en-GB" sz="1200" dirty="0" err="1"/>
              <a:t>Mitglied</a:t>
            </a:r>
            <a:r>
              <a:rPr lang="en-GB" sz="1200" dirty="0"/>
              <a:t> der </a:t>
            </a:r>
            <a:r>
              <a:rPr lang="en-GB" sz="1200" dirty="0" err="1"/>
              <a:t>Sicherheitsgruppe</a:t>
            </a:r>
            <a:r>
              <a:rPr lang="en-GB" sz="1200" dirty="0"/>
              <a:t>.</a:t>
            </a:r>
          </a:p>
          <a:p>
            <a:r>
              <a:rPr lang="en-GB" sz="1200" dirty="0"/>
              <a:t>Die </a:t>
            </a:r>
            <a:r>
              <a:rPr lang="en-GB" sz="1200" dirty="0" err="1"/>
              <a:t>Lösung</a:t>
            </a:r>
            <a:r>
              <a:rPr lang="en-GB" sz="1200" dirty="0"/>
              <a:t> </a:t>
            </a:r>
            <a:r>
              <a:rPr lang="en-GB" sz="1200" dirty="0" err="1"/>
              <a:t>ähnelt</a:t>
            </a:r>
            <a:r>
              <a:rPr lang="en-GB" sz="1200" dirty="0"/>
              <a:t> den </a:t>
            </a:r>
            <a:r>
              <a:rPr lang="en-GB" sz="1200" dirty="0" err="1"/>
              <a:t>vorhandenen</a:t>
            </a:r>
            <a:r>
              <a:rPr lang="en-GB" sz="1200" dirty="0"/>
              <a:t> Azure AD Rollen- und </a:t>
            </a:r>
            <a:r>
              <a:rPr lang="en-GB" sz="1200" dirty="0" err="1"/>
              <a:t>Zugriffskonzept</a:t>
            </a:r>
            <a:r>
              <a:rPr lang="en-GB" sz="1200" dirty="0"/>
              <a:t> und </a:t>
            </a:r>
            <a:r>
              <a:rPr lang="en-GB" sz="1200" dirty="0" err="1"/>
              <a:t>garantiert</a:t>
            </a:r>
            <a:r>
              <a:rPr lang="en-GB" sz="1200" dirty="0"/>
              <a:t> </a:t>
            </a:r>
            <a:r>
              <a:rPr lang="en-GB" sz="1200" dirty="0" err="1"/>
              <a:t>damit</a:t>
            </a:r>
            <a:r>
              <a:rPr lang="en-GB" sz="1200" dirty="0"/>
              <a:t> </a:t>
            </a:r>
            <a:r>
              <a:rPr lang="en-GB" sz="1200" b="1" dirty="0" err="1"/>
              <a:t>minimale</a:t>
            </a:r>
            <a:r>
              <a:rPr lang="en-GB" sz="1200" b="1" dirty="0"/>
              <a:t> </a:t>
            </a:r>
            <a:r>
              <a:rPr lang="en-GB" sz="1200" b="1" dirty="0" err="1"/>
              <a:t>Berechtigungen</a:t>
            </a:r>
            <a:r>
              <a:rPr lang="en-GB" sz="1200" dirty="0"/>
              <a:t> </a:t>
            </a:r>
            <a:r>
              <a:rPr lang="en-GB" sz="1200" dirty="0" err="1"/>
              <a:t>für</a:t>
            </a:r>
            <a:r>
              <a:rPr lang="en-GB" sz="1200" dirty="0"/>
              <a:t> (</a:t>
            </a:r>
            <a:r>
              <a:rPr lang="en-GB" sz="1200" dirty="0" err="1"/>
              <a:t>Kundenseitige</a:t>
            </a:r>
            <a:r>
              <a:rPr lang="en-GB" sz="1200" dirty="0"/>
              <a:t>) </a:t>
            </a:r>
            <a:r>
              <a:rPr lang="en-GB" sz="1200" dirty="0" err="1"/>
              <a:t>externe</a:t>
            </a:r>
            <a:r>
              <a:rPr lang="en-GB" sz="1200" dirty="0"/>
              <a:t> Mitarbeiter </a:t>
            </a:r>
            <a:r>
              <a:rPr lang="en-GB" sz="1200" dirty="0" err="1"/>
              <a:t>mit</a:t>
            </a:r>
            <a:r>
              <a:rPr lang="en-GB" sz="1200" dirty="0"/>
              <a:t> den </a:t>
            </a:r>
            <a:r>
              <a:rPr lang="en-GB" sz="1200" dirty="0" err="1"/>
              <a:t>notwendigen</a:t>
            </a:r>
            <a:r>
              <a:rPr lang="en-GB" sz="1200" dirty="0"/>
              <a:t> </a:t>
            </a:r>
            <a:r>
              <a:rPr lang="en-GB" sz="1200" dirty="0" err="1"/>
              <a:t>Rechten</a:t>
            </a:r>
            <a:r>
              <a:rPr lang="en-GB" sz="1200" dirty="0"/>
              <a:t>.</a:t>
            </a:r>
          </a:p>
          <a:p>
            <a:r>
              <a:rPr lang="en-GB" sz="1200" dirty="0" err="1"/>
              <a:t>Diese</a:t>
            </a:r>
            <a:r>
              <a:rPr lang="en-GB" sz="1200" dirty="0"/>
              <a:t> Azure Marketplace </a:t>
            </a:r>
            <a:r>
              <a:rPr lang="en-GB" sz="1200" dirty="0" err="1"/>
              <a:t>Lösung</a:t>
            </a:r>
            <a:r>
              <a:rPr lang="en-GB" sz="1200" dirty="0"/>
              <a:t> </a:t>
            </a:r>
            <a:r>
              <a:rPr lang="en-GB" sz="1200" dirty="0" err="1"/>
              <a:t>kann</a:t>
            </a:r>
            <a:r>
              <a:rPr lang="en-GB" sz="1200" dirty="0"/>
              <a:t> in </a:t>
            </a:r>
            <a:r>
              <a:rPr lang="en-GB" sz="1200" b="1" dirty="0" err="1"/>
              <a:t>jede</a:t>
            </a:r>
            <a:r>
              <a:rPr lang="en-GB" sz="1200" dirty="0"/>
              <a:t> </a:t>
            </a:r>
            <a:r>
              <a:rPr lang="en-GB" sz="1200" dirty="0" err="1"/>
              <a:t>beliebige</a:t>
            </a:r>
            <a:r>
              <a:rPr lang="en-GB" sz="1200" dirty="0"/>
              <a:t> </a:t>
            </a:r>
            <a:r>
              <a:rPr lang="en-GB" sz="1200" b="1" dirty="0"/>
              <a:t>Azure Subscription </a:t>
            </a:r>
            <a:r>
              <a:rPr lang="en-GB" sz="1200" dirty="0" err="1"/>
              <a:t>bereit</a:t>
            </a:r>
            <a:r>
              <a:rPr lang="en-GB" sz="1200" dirty="0"/>
              <a:t> </a:t>
            </a:r>
            <a:r>
              <a:rPr lang="en-GB" sz="1200" dirty="0" err="1"/>
              <a:t>gestellt</a:t>
            </a:r>
            <a:r>
              <a:rPr lang="en-GB" sz="1200" dirty="0"/>
              <a:t> </a:t>
            </a:r>
            <a:r>
              <a:rPr lang="en-GB" sz="1200" dirty="0" err="1"/>
              <a:t>werden</a:t>
            </a:r>
            <a:r>
              <a:rPr lang="en-GB" sz="1200" dirty="0"/>
              <a:t>.</a:t>
            </a:r>
            <a:br>
              <a:rPr lang="en-GB" sz="1200" dirty="0"/>
            </a:br>
            <a:r>
              <a:rPr lang="en-GB" sz="1200" dirty="0" err="1"/>
              <a:t>Diese</a:t>
            </a:r>
            <a:r>
              <a:rPr lang="en-GB" sz="1200" dirty="0"/>
              <a:t> </a:t>
            </a:r>
            <a:r>
              <a:rPr lang="en-GB" sz="1200" dirty="0" err="1"/>
              <a:t>Lösung</a:t>
            </a:r>
            <a:r>
              <a:rPr lang="en-GB" sz="1200" dirty="0"/>
              <a:t> </a:t>
            </a:r>
            <a:r>
              <a:rPr lang="en-GB" sz="1200" dirty="0" err="1"/>
              <a:t>basiert</a:t>
            </a:r>
            <a:r>
              <a:rPr lang="en-GB" sz="1200" dirty="0"/>
              <a:t> auf </a:t>
            </a:r>
            <a:r>
              <a:rPr lang="en-GB" sz="1200" dirty="0" err="1"/>
              <a:t>dem</a:t>
            </a:r>
            <a:r>
              <a:rPr lang="en-GB" sz="1200" dirty="0"/>
              <a:t> “</a:t>
            </a:r>
            <a:r>
              <a:rPr lang="en-GB" sz="1200" b="1" dirty="0"/>
              <a:t>Azure Lighthouse</a:t>
            </a:r>
            <a:r>
              <a:rPr lang="en-GB" sz="1200" dirty="0"/>
              <a:t>” </a:t>
            </a:r>
            <a:r>
              <a:rPr lang="en-GB" sz="1200" dirty="0" err="1"/>
              <a:t>Konzept</a:t>
            </a:r>
            <a:endParaRPr lang="de-DE" sz="1200" dirty="0"/>
          </a:p>
        </p:txBody>
      </p:sp>
      <p:grpSp>
        <p:nvGrpSpPr>
          <p:cNvPr id="63" name="Gruppieren 62">
            <a:extLst>
              <a:ext uri="{FF2B5EF4-FFF2-40B4-BE49-F238E27FC236}">
                <a16:creationId xmlns:a16="http://schemas.microsoft.com/office/drawing/2014/main" id="{8B4A175F-7BAB-439D-8662-EEBE1106B3E1}"/>
              </a:ext>
            </a:extLst>
          </p:cNvPr>
          <p:cNvGrpSpPr/>
          <p:nvPr/>
        </p:nvGrpSpPr>
        <p:grpSpPr>
          <a:xfrm>
            <a:off x="330830" y="2227105"/>
            <a:ext cx="390555" cy="346965"/>
            <a:chOff x="1978134" y="1745135"/>
            <a:chExt cx="883398" cy="784803"/>
          </a:xfrm>
        </p:grpSpPr>
        <p:sp>
          <p:nvSpPr>
            <p:cNvPr id="53" name="Rechteck 52">
              <a:extLst>
                <a:ext uri="{FF2B5EF4-FFF2-40B4-BE49-F238E27FC236}">
                  <a16:creationId xmlns:a16="http://schemas.microsoft.com/office/drawing/2014/main" id="{805395D8-7DB2-45A4-97D0-F2B6EE7C26DB}"/>
                </a:ext>
              </a:extLst>
            </p:cNvPr>
            <p:cNvSpPr/>
            <p:nvPr/>
          </p:nvSpPr>
          <p:spPr>
            <a:xfrm>
              <a:off x="2063023" y="1806600"/>
              <a:ext cx="601350" cy="428492"/>
            </a:xfrm>
            <a:prstGeom prst="rect">
              <a:avLst/>
            </a:prstGeom>
            <a:solidFill>
              <a:schemeClr val="bg1">
                <a:lumMod val="75000"/>
              </a:schemeClr>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de-DE" sz="1200"/>
            </a:p>
          </p:txBody>
        </p:sp>
        <p:sp>
          <p:nvSpPr>
            <p:cNvPr id="56" name="Ellipse 55">
              <a:extLst>
                <a:ext uri="{FF2B5EF4-FFF2-40B4-BE49-F238E27FC236}">
                  <a16:creationId xmlns:a16="http://schemas.microsoft.com/office/drawing/2014/main" id="{3EB226FA-D416-4D92-A08E-0DE76F258FCE}"/>
                </a:ext>
              </a:extLst>
            </p:cNvPr>
            <p:cNvSpPr/>
            <p:nvPr/>
          </p:nvSpPr>
          <p:spPr>
            <a:xfrm>
              <a:off x="2430080" y="2000052"/>
              <a:ext cx="396000" cy="396000"/>
            </a:xfrm>
            <a:prstGeom prst="ellipse">
              <a:avLst/>
            </a:prstGeom>
            <a:solidFill>
              <a:schemeClr val="bg1"/>
            </a:solidFill>
            <a:ln w="63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de-DE" sz="1200"/>
            </a:p>
          </p:txBody>
        </p:sp>
        <p:pic>
          <p:nvPicPr>
            <p:cNvPr id="52" name="Grafik 51" descr="Lupe">
              <a:extLst>
                <a:ext uri="{FF2B5EF4-FFF2-40B4-BE49-F238E27FC236}">
                  <a16:creationId xmlns:a16="http://schemas.microsoft.com/office/drawing/2014/main" id="{62D62C31-C3E1-4013-8575-EEFFA005F92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2311622" y="1980028"/>
              <a:ext cx="549910" cy="549910"/>
            </a:xfrm>
            <a:prstGeom prst="rect">
              <a:avLst/>
            </a:prstGeom>
          </p:spPr>
        </p:pic>
        <p:cxnSp>
          <p:nvCxnSpPr>
            <p:cNvPr id="58" name="Gerader Verbinder 57">
              <a:extLst>
                <a:ext uri="{FF2B5EF4-FFF2-40B4-BE49-F238E27FC236}">
                  <a16:creationId xmlns:a16="http://schemas.microsoft.com/office/drawing/2014/main" id="{D4413F7E-7F93-4607-9F9E-26B4AFA5F070}"/>
                </a:ext>
              </a:extLst>
            </p:cNvPr>
            <p:cNvCxnSpPr/>
            <p:nvPr/>
          </p:nvCxnSpPr>
          <p:spPr bwMode="gray">
            <a:xfrm flipV="1">
              <a:off x="2004220" y="1753817"/>
              <a:ext cx="0" cy="284578"/>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0" name="Gerader Verbinder 59">
              <a:extLst>
                <a:ext uri="{FF2B5EF4-FFF2-40B4-BE49-F238E27FC236}">
                  <a16:creationId xmlns:a16="http://schemas.microsoft.com/office/drawing/2014/main" id="{99AC817A-C4F8-4DD9-BFC7-00BCC822EC1F}"/>
                </a:ext>
              </a:extLst>
            </p:cNvPr>
            <p:cNvCxnSpPr>
              <a:cxnSpLocks/>
            </p:cNvCxnSpPr>
            <p:nvPr/>
          </p:nvCxnSpPr>
          <p:spPr bwMode="gray">
            <a:xfrm flipH="1">
              <a:off x="1978134" y="1745135"/>
              <a:ext cx="536985"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65" name="Textfeld 64">
            <a:extLst>
              <a:ext uri="{FF2B5EF4-FFF2-40B4-BE49-F238E27FC236}">
                <a16:creationId xmlns:a16="http://schemas.microsoft.com/office/drawing/2014/main" id="{B82F92C7-408E-44FA-A638-01A2F9CA7974}"/>
              </a:ext>
            </a:extLst>
          </p:cNvPr>
          <p:cNvSpPr txBox="1"/>
          <p:nvPr/>
        </p:nvSpPr>
        <p:spPr bwMode="gray">
          <a:xfrm>
            <a:off x="1037460" y="2286559"/>
            <a:ext cx="3716024" cy="276999"/>
          </a:xfrm>
          <a:prstGeom prst="rect">
            <a:avLst/>
          </a:prstGeom>
          <a:noFill/>
          <a:ln>
            <a:noFill/>
          </a:ln>
        </p:spPr>
        <p:txBody>
          <a:bodyPr wrap="square">
            <a:spAutoFit/>
          </a:bodyPr>
          <a:lstStyle/>
          <a:p>
            <a:pPr marL="0" lvl="1" fontAlgn="base">
              <a:spcBef>
                <a:spcPts val="400"/>
              </a:spcBef>
              <a:defRPr/>
            </a:pPr>
            <a:r>
              <a:rPr lang="en-US" sz="1200" b="1" dirty="0" err="1">
                <a:solidFill>
                  <a:srgbClr val="1A1A1A"/>
                </a:solidFill>
                <a:latin typeface="+mj-lt"/>
                <a:ea typeface="ＭＳ Ｐゴシック" charset="0"/>
                <a:cs typeface="Segoe UI" panose="020B0502040204020203" pitchFamily="34" charset="0"/>
              </a:rPr>
              <a:t>Protokollierte</a:t>
            </a:r>
            <a:r>
              <a:rPr lang="en-US" sz="1200" b="1" dirty="0">
                <a:solidFill>
                  <a:srgbClr val="1A1A1A"/>
                </a:solidFill>
                <a:latin typeface="+mj-lt"/>
                <a:ea typeface="ＭＳ Ｐゴシック" charset="0"/>
                <a:cs typeface="Segoe UI" panose="020B0502040204020203" pitchFamily="34" charset="0"/>
              </a:rPr>
              <a:t> </a:t>
            </a:r>
            <a:r>
              <a:rPr lang="en-US" sz="1200" b="1" dirty="0" err="1">
                <a:solidFill>
                  <a:srgbClr val="1A1A1A"/>
                </a:solidFill>
                <a:latin typeface="+mj-lt"/>
                <a:ea typeface="ＭＳ Ｐゴシック" charset="0"/>
                <a:cs typeface="Segoe UI" panose="020B0502040204020203" pitchFamily="34" charset="0"/>
              </a:rPr>
              <a:t>Freigabe</a:t>
            </a:r>
            <a:r>
              <a:rPr lang="en-US" sz="1200" b="1" dirty="0">
                <a:solidFill>
                  <a:srgbClr val="1A1A1A"/>
                </a:solidFill>
                <a:latin typeface="+mj-lt"/>
                <a:ea typeface="ＭＳ Ｐゴシック" charset="0"/>
                <a:cs typeface="Segoe UI" panose="020B0502040204020203" pitchFamily="34" charset="0"/>
              </a:rPr>
              <a:t> von </a:t>
            </a:r>
            <a:r>
              <a:rPr lang="en-US" sz="1200" b="1" dirty="0" err="1">
                <a:solidFill>
                  <a:srgbClr val="1A1A1A"/>
                </a:solidFill>
                <a:latin typeface="+mj-lt"/>
                <a:ea typeface="ＭＳ Ｐゴシック" charset="0"/>
                <a:cs typeface="Segoe UI" panose="020B0502040204020203" pitchFamily="34" charset="0"/>
              </a:rPr>
              <a:t>Ressourcen</a:t>
            </a:r>
            <a:endParaRPr lang="en-US" sz="1100" b="1" dirty="0">
              <a:ln w="3175">
                <a:noFill/>
              </a:ln>
              <a:solidFill>
                <a:srgbClr val="1A1A1A"/>
              </a:solidFill>
              <a:cs typeface="Segoe UI Semilight" panose="020B0402040204020203" pitchFamily="34" charset="0"/>
            </a:endParaRPr>
          </a:p>
        </p:txBody>
      </p:sp>
      <p:sp>
        <p:nvSpPr>
          <p:cNvPr id="74" name="Textfeld 73">
            <a:extLst>
              <a:ext uri="{FF2B5EF4-FFF2-40B4-BE49-F238E27FC236}">
                <a16:creationId xmlns:a16="http://schemas.microsoft.com/office/drawing/2014/main" id="{0587A98A-6FEB-48F1-AEB5-153DE26A3CCA}"/>
              </a:ext>
            </a:extLst>
          </p:cNvPr>
          <p:cNvSpPr txBox="1"/>
          <p:nvPr/>
        </p:nvSpPr>
        <p:spPr bwMode="gray">
          <a:xfrm>
            <a:off x="1037460" y="1657510"/>
            <a:ext cx="3716024" cy="276999"/>
          </a:xfrm>
          <a:prstGeom prst="rect">
            <a:avLst/>
          </a:prstGeom>
          <a:noFill/>
          <a:ln>
            <a:noFill/>
          </a:ln>
        </p:spPr>
        <p:txBody>
          <a:bodyPr wrap="square">
            <a:spAutoFit/>
          </a:bodyPr>
          <a:lstStyle/>
          <a:p>
            <a:pPr marL="0" lvl="1" fontAlgn="base">
              <a:spcBef>
                <a:spcPts val="400"/>
              </a:spcBef>
              <a:defRPr/>
            </a:pPr>
            <a:r>
              <a:rPr lang="en-US" sz="1200" b="1" dirty="0" err="1">
                <a:solidFill>
                  <a:srgbClr val="1A1A1A"/>
                </a:solidFill>
                <a:latin typeface="+mj-lt"/>
                <a:ea typeface="ＭＳ Ｐゴシック" charset="0"/>
                <a:cs typeface="Segoe UI" panose="020B0502040204020203" pitchFamily="34" charset="0"/>
              </a:rPr>
              <a:t>Sicherer</a:t>
            </a:r>
            <a:r>
              <a:rPr lang="en-US" sz="1200" b="1" dirty="0">
                <a:solidFill>
                  <a:srgbClr val="1A1A1A"/>
                </a:solidFill>
                <a:latin typeface="+mj-lt"/>
                <a:ea typeface="ＭＳ Ｐゴシック" charset="0"/>
                <a:cs typeface="Segoe UI" panose="020B0502040204020203" pitchFamily="34" charset="0"/>
              </a:rPr>
              <a:t> Microsoft Partner </a:t>
            </a:r>
            <a:r>
              <a:rPr lang="en-US" sz="1200" b="1" dirty="0" err="1">
                <a:solidFill>
                  <a:srgbClr val="1A1A1A"/>
                </a:solidFill>
                <a:latin typeface="+mj-lt"/>
                <a:ea typeface="ＭＳ Ｐゴシック" charset="0"/>
                <a:cs typeface="Segoe UI" panose="020B0502040204020203" pitchFamily="34" charset="0"/>
              </a:rPr>
              <a:t>Zugriff</a:t>
            </a:r>
            <a:endParaRPr lang="en-US" sz="1100" b="1" dirty="0">
              <a:ln w="3175">
                <a:noFill/>
              </a:ln>
              <a:solidFill>
                <a:srgbClr val="1A1A1A"/>
              </a:solidFill>
              <a:cs typeface="Segoe UI Semilight" panose="020B0402040204020203" pitchFamily="34" charset="0"/>
            </a:endParaRPr>
          </a:p>
        </p:txBody>
      </p:sp>
      <p:sp>
        <p:nvSpPr>
          <p:cNvPr id="76" name="Textfeld 75">
            <a:extLst>
              <a:ext uri="{FF2B5EF4-FFF2-40B4-BE49-F238E27FC236}">
                <a16:creationId xmlns:a16="http://schemas.microsoft.com/office/drawing/2014/main" id="{FEFE2EDC-3EE1-463C-84AE-0EEA8D0E5B30}"/>
              </a:ext>
            </a:extLst>
          </p:cNvPr>
          <p:cNvSpPr txBox="1"/>
          <p:nvPr/>
        </p:nvSpPr>
        <p:spPr bwMode="gray">
          <a:xfrm>
            <a:off x="1037460" y="2832070"/>
            <a:ext cx="3716024" cy="276999"/>
          </a:xfrm>
          <a:prstGeom prst="rect">
            <a:avLst/>
          </a:prstGeom>
          <a:noFill/>
          <a:ln>
            <a:noFill/>
          </a:ln>
        </p:spPr>
        <p:txBody>
          <a:bodyPr wrap="square">
            <a:spAutoFit/>
          </a:bodyPr>
          <a:lstStyle/>
          <a:p>
            <a:pPr marL="0" lvl="1" fontAlgn="base">
              <a:spcBef>
                <a:spcPts val="400"/>
              </a:spcBef>
              <a:defRPr/>
            </a:pPr>
            <a:r>
              <a:rPr lang="en-US" sz="1200" b="1" dirty="0" err="1">
                <a:solidFill>
                  <a:srgbClr val="1A1A1A"/>
                </a:solidFill>
                <a:latin typeface="+mj-lt"/>
                <a:ea typeface="ＭＳ Ｐゴシック" charset="0"/>
                <a:cs typeface="Segoe UI" panose="020B0502040204020203" pitchFamily="34" charset="0"/>
              </a:rPr>
              <a:t>Identifizieren</a:t>
            </a:r>
            <a:r>
              <a:rPr lang="en-US" sz="1200" b="1" dirty="0">
                <a:solidFill>
                  <a:srgbClr val="1A1A1A"/>
                </a:solidFill>
                <a:latin typeface="+mj-lt"/>
                <a:ea typeface="ＭＳ Ｐゴシック" charset="0"/>
                <a:cs typeface="Segoe UI" panose="020B0502040204020203" pitchFamily="34" charset="0"/>
              </a:rPr>
              <a:t> und </a:t>
            </a:r>
            <a:r>
              <a:rPr lang="en-US" sz="1200" b="1" dirty="0" err="1">
                <a:solidFill>
                  <a:srgbClr val="1A1A1A"/>
                </a:solidFill>
                <a:latin typeface="+mj-lt"/>
                <a:ea typeface="ＭＳ Ｐゴシック" charset="0"/>
                <a:cs typeface="Segoe UI" panose="020B0502040204020203" pitchFamily="34" charset="0"/>
              </a:rPr>
              <a:t>Kontrollieren</a:t>
            </a:r>
            <a:endParaRPr lang="en-US" sz="1100" b="1" dirty="0">
              <a:ln w="3175">
                <a:noFill/>
              </a:ln>
              <a:solidFill>
                <a:srgbClr val="1A1A1A"/>
              </a:solidFill>
              <a:cs typeface="Segoe UI Semilight" panose="020B0402040204020203" pitchFamily="34" charset="0"/>
            </a:endParaRPr>
          </a:p>
        </p:txBody>
      </p:sp>
      <p:sp>
        <p:nvSpPr>
          <p:cNvPr id="78" name="Textfeld 77">
            <a:extLst>
              <a:ext uri="{FF2B5EF4-FFF2-40B4-BE49-F238E27FC236}">
                <a16:creationId xmlns:a16="http://schemas.microsoft.com/office/drawing/2014/main" id="{A0B4741C-CFCB-46C0-B419-D1ED1DA22826}"/>
              </a:ext>
            </a:extLst>
          </p:cNvPr>
          <p:cNvSpPr txBox="1"/>
          <p:nvPr/>
        </p:nvSpPr>
        <p:spPr bwMode="gray">
          <a:xfrm>
            <a:off x="1037460" y="3396879"/>
            <a:ext cx="3716024" cy="276999"/>
          </a:xfrm>
          <a:prstGeom prst="rect">
            <a:avLst/>
          </a:prstGeom>
          <a:noFill/>
          <a:ln>
            <a:noFill/>
          </a:ln>
        </p:spPr>
        <p:txBody>
          <a:bodyPr wrap="square">
            <a:spAutoFit/>
          </a:bodyPr>
          <a:lstStyle/>
          <a:p>
            <a:pPr marL="0" lvl="1" fontAlgn="base">
              <a:spcBef>
                <a:spcPts val="400"/>
              </a:spcBef>
              <a:defRPr/>
            </a:pPr>
            <a:r>
              <a:rPr lang="en-US" sz="1200" b="1" dirty="0" err="1">
                <a:solidFill>
                  <a:srgbClr val="1A1A1A"/>
                </a:solidFill>
                <a:latin typeface="+mj-lt"/>
                <a:ea typeface="ＭＳ Ｐゴシック" charset="0"/>
                <a:cs typeface="Segoe UI" panose="020B0502040204020203" pitchFamily="34" charset="0"/>
              </a:rPr>
              <a:t>Einhaltung</a:t>
            </a:r>
            <a:r>
              <a:rPr lang="en-US" sz="1200" b="1" dirty="0">
                <a:solidFill>
                  <a:srgbClr val="1A1A1A"/>
                </a:solidFill>
                <a:latin typeface="+mj-lt"/>
                <a:ea typeface="ＭＳ Ｐゴシック" charset="0"/>
                <a:cs typeface="Segoe UI" panose="020B0502040204020203" pitchFamily="34" charset="0"/>
              </a:rPr>
              <a:t> </a:t>
            </a:r>
            <a:r>
              <a:rPr lang="en-US" sz="1200" b="1" dirty="0" err="1">
                <a:solidFill>
                  <a:srgbClr val="1A1A1A"/>
                </a:solidFill>
                <a:latin typeface="+mj-lt"/>
                <a:ea typeface="ＭＳ Ｐゴシック" charset="0"/>
                <a:cs typeface="Segoe UI" panose="020B0502040204020203" pitchFamily="34" charset="0"/>
              </a:rPr>
              <a:t>gesetzlicher</a:t>
            </a:r>
            <a:r>
              <a:rPr lang="en-US" sz="1200" b="1" dirty="0">
                <a:solidFill>
                  <a:srgbClr val="1A1A1A"/>
                </a:solidFill>
                <a:latin typeface="+mj-lt"/>
                <a:ea typeface="ＭＳ Ｐゴシック" charset="0"/>
                <a:cs typeface="Segoe UI" panose="020B0502040204020203" pitchFamily="34" charset="0"/>
              </a:rPr>
              <a:t> </a:t>
            </a:r>
            <a:r>
              <a:rPr lang="en-US" sz="1200" b="1" dirty="0" err="1">
                <a:solidFill>
                  <a:srgbClr val="1A1A1A"/>
                </a:solidFill>
                <a:latin typeface="+mj-lt"/>
                <a:ea typeface="ＭＳ Ｐゴシック" charset="0"/>
                <a:cs typeface="Segoe UI" panose="020B0502040204020203" pitchFamily="34" charset="0"/>
              </a:rPr>
              <a:t>Vorgaben</a:t>
            </a:r>
            <a:r>
              <a:rPr lang="en-US" sz="1200" b="1" dirty="0">
                <a:solidFill>
                  <a:srgbClr val="1A1A1A"/>
                </a:solidFill>
                <a:latin typeface="+mj-lt"/>
                <a:ea typeface="ＭＳ Ｐゴシック" charset="0"/>
                <a:cs typeface="Segoe UI" panose="020B0502040204020203" pitchFamily="34" charset="0"/>
              </a:rPr>
              <a:t> und </a:t>
            </a:r>
            <a:r>
              <a:rPr lang="en-US" sz="1200" b="1" dirty="0" err="1">
                <a:solidFill>
                  <a:srgbClr val="1A1A1A"/>
                </a:solidFill>
                <a:latin typeface="+mj-lt"/>
                <a:ea typeface="ＭＳ Ｐゴシック" charset="0"/>
                <a:cs typeface="Segoe UI" panose="020B0502040204020203" pitchFamily="34" charset="0"/>
              </a:rPr>
              <a:t>Richtlinien</a:t>
            </a:r>
            <a:endParaRPr lang="en-US" sz="1100" b="1" dirty="0">
              <a:ln w="3175">
                <a:noFill/>
              </a:ln>
              <a:solidFill>
                <a:srgbClr val="1A1A1A"/>
              </a:solidFill>
              <a:cs typeface="Segoe UI Semilight" panose="020B0402040204020203" pitchFamily="34" charset="0"/>
            </a:endParaRPr>
          </a:p>
        </p:txBody>
      </p:sp>
      <p:sp>
        <p:nvSpPr>
          <p:cNvPr id="80" name="Textfeld 79">
            <a:extLst>
              <a:ext uri="{FF2B5EF4-FFF2-40B4-BE49-F238E27FC236}">
                <a16:creationId xmlns:a16="http://schemas.microsoft.com/office/drawing/2014/main" id="{BC177F48-A103-46AC-AE76-7CDA0CFCEBF0}"/>
              </a:ext>
            </a:extLst>
          </p:cNvPr>
          <p:cNvSpPr txBox="1"/>
          <p:nvPr/>
        </p:nvSpPr>
        <p:spPr bwMode="gray">
          <a:xfrm>
            <a:off x="1037460" y="4079965"/>
            <a:ext cx="3716024" cy="461665"/>
          </a:xfrm>
          <a:prstGeom prst="rect">
            <a:avLst/>
          </a:prstGeom>
          <a:noFill/>
          <a:ln>
            <a:noFill/>
          </a:ln>
        </p:spPr>
        <p:txBody>
          <a:bodyPr wrap="square">
            <a:spAutoFit/>
          </a:bodyPr>
          <a:lstStyle/>
          <a:p>
            <a:pPr marL="0" lvl="1" fontAlgn="base">
              <a:spcBef>
                <a:spcPts val="400"/>
              </a:spcBef>
              <a:defRPr/>
            </a:pPr>
            <a:r>
              <a:rPr lang="en-US" sz="1200" b="1" dirty="0" err="1">
                <a:solidFill>
                  <a:srgbClr val="1A1A1A"/>
                </a:solidFill>
                <a:latin typeface="+mj-lt"/>
                <a:ea typeface="ＭＳ Ｐゴシック" charset="0"/>
                <a:cs typeface="Segoe UI" panose="020B0502040204020203" pitchFamily="34" charset="0"/>
              </a:rPr>
              <a:t>Dokumentation</a:t>
            </a:r>
            <a:r>
              <a:rPr lang="en-US" sz="1200" b="1" dirty="0">
                <a:solidFill>
                  <a:srgbClr val="1A1A1A"/>
                </a:solidFill>
                <a:latin typeface="+mj-lt"/>
                <a:ea typeface="ＭＳ Ｐゴシック" charset="0"/>
                <a:cs typeface="Segoe UI" panose="020B0502040204020203" pitchFamily="34" charset="0"/>
              </a:rPr>
              <a:t> von </a:t>
            </a:r>
            <a:r>
              <a:rPr lang="en-US" sz="1200" b="1" dirty="0" err="1">
                <a:solidFill>
                  <a:srgbClr val="1A1A1A"/>
                </a:solidFill>
                <a:latin typeface="+mj-lt"/>
                <a:ea typeface="ＭＳ Ｐゴシック" charset="0"/>
                <a:cs typeface="Segoe UI" panose="020B0502040204020203" pitchFamily="34" charset="0"/>
              </a:rPr>
              <a:t>Identitäten</a:t>
            </a:r>
            <a:r>
              <a:rPr lang="en-US" sz="1200" b="1" dirty="0">
                <a:solidFill>
                  <a:srgbClr val="1A1A1A"/>
                </a:solidFill>
                <a:latin typeface="+mj-lt"/>
                <a:ea typeface="ＭＳ Ｐゴシック" charset="0"/>
                <a:cs typeface="Segoe UI" panose="020B0502040204020203" pitchFamily="34" charset="0"/>
              </a:rPr>
              <a:t> und </a:t>
            </a:r>
            <a:r>
              <a:rPr lang="en-US" sz="1200" b="1" dirty="0" err="1">
                <a:solidFill>
                  <a:srgbClr val="1A1A1A"/>
                </a:solidFill>
                <a:latin typeface="+mj-lt"/>
                <a:ea typeface="ＭＳ Ｐゴシック" charset="0"/>
                <a:cs typeface="Segoe UI" panose="020B0502040204020203" pitchFamily="34" charset="0"/>
              </a:rPr>
              <a:t>Berechtigungen</a:t>
            </a:r>
            <a:endParaRPr lang="en-US" sz="1100" b="1" dirty="0">
              <a:ln w="3175">
                <a:noFill/>
              </a:ln>
              <a:solidFill>
                <a:srgbClr val="1A1A1A"/>
              </a:solidFill>
              <a:cs typeface="Segoe UI Semilight" panose="020B0402040204020203" pitchFamily="34" charset="0"/>
            </a:endParaRPr>
          </a:p>
        </p:txBody>
      </p:sp>
      <p:grpSp>
        <p:nvGrpSpPr>
          <p:cNvPr id="87" name="Gruppieren 86">
            <a:extLst>
              <a:ext uri="{FF2B5EF4-FFF2-40B4-BE49-F238E27FC236}">
                <a16:creationId xmlns:a16="http://schemas.microsoft.com/office/drawing/2014/main" id="{CBD0FB57-8759-47B9-9995-5E83C0AB374F}"/>
              </a:ext>
            </a:extLst>
          </p:cNvPr>
          <p:cNvGrpSpPr/>
          <p:nvPr/>
        </p:nvGrpSpPr>
        <p:grpSpPr>
          <a:xfrm>
            <a:off x="342039" y="4041904"/>
            <a:ext cx="361156" cy="360000"/>
            <a:chOff x="1303338" y="3910013"/>
            <a:chExt cx="490538" cy="498475"/>
          </a:xfrm>
        </p:grpSpPr>
        <p:sp>
          <p:nvSpPr>
            <p:cNvPr id="82" name="Freeform 5">
              <a:extLst>
                <a:ext uri="{FF2B5EF4-FFF2-40B4-BE49-F238E27FC236}">
                  <a16:creationId xmlns:a16="http://schemas.microsoft.com/office/drawing/2014/main" id="{3B18ED18-DAEE-4C16-9412-9EF84DC3BBB4}"/>
                </a:ext>
              </a:extLst>
            </p:cNvPr>
            <p:cNvSpPr>
              <a:spLocks/>
            </p:cNvSpPr>
            <p:nvPr/>
          </p:nvSpPr>
          <p:spPr bwMode="auto">
            <a:xfrm>
              <a:off x="1303338" y="4246563"/>
              <a:ext cx="490538" cy="161925"/>
            </a:xfrm>
            <a:custGeom>
              <a:avLst/>
              <a:gdLst>
                <a:gd name="T0" fmla="*/ 257 w 308"/>
                <a:gd name="T1" fmla="*/ 0 h 102"/>
                <a:gd name="T2" fmla="*/ 257 w 308"/>
                <a:gd name="T3" fmla="*/ 0 h 102"/>
                <a:gd name="T4" fmla="*/ 154 w 308"/>
                <a:gd name="T5" fmla="*/ 52 h 102"/>
                <a:gd name="T6" fmla="*/ 50 w 308"/>
                <a:gd name="T7" fmla="*/ 0 h 102"/>
                <a:gd name="T8" fmla="*/ 0 w 308"/>
                <a:gd name="T9" fmla="*/ 25 h 102"/>
                <a:gd name="T10" fmla="*/ 154 w 308"/>
                <a:gd name="T11" fmla="*/ 102 h 102"/>
                <a:gd name="T12" fmla="*/ 308 w 308"/>
                <a:gd name="T13" fmla="*/ 25 h 102"/>
                <a:gd name="T14" fmla="*/ 257 w 308"/>
                <a:gd name="T15" fmla="*/ 0 h 1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8" h="102">
                  <a:moveTo>
                    <a:pt x="257" y="0"/>
                  </a:moveTo>
                  <a:lnTo>
                    <a:pt x="257" y="0"/>
                  </a:lnTo>
                  <a:lnTo>
                    <a:pt x="154" y="52"/>
                  </a:lnTo>
                  <a:lnTo>
                    <a:pt x="50" y="0"/>
                  </a:lnTo>
                  <a:lnTo>
                    <a:pt x="0" y="25"/>
                  </a:lnTo>
                  <a:lnTo>
                    <a:pt x="154" y="102"/>
                  </a:lnTo>
                  <a:lnTo>
                    <a:pt x="308" y="25"/>
                  </a:lnTo>
                  <a:lnTo>
                    <a:pt x="257" y="0"/>
                  </a:lnTo>
                  <a:close/>
                </a:path>
              </a:pathLst>
            </a:custGeom>
            <a:solidFill>
              <a:srgbClr val="ED1A3B"/>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de-DE"/>
            </a:p>
          </p:txBody>
        </p:sp>
        <p:sp>
          <p:nvSpPr>
            <p:cNvPr id="84" name="Freeform 6">
              <a:extLst>
                <a:ext uri="{FF2B5EF4-FFF2-40B4-BE49-F238E27FC236}">
                  <a16:creationId xmlns:a16="http://schemas.microsoft.com/office/drawing/2014/main" id="{00CDDBED-9D3C-4A91-BCE3-E37D33381BAC}"/>
                </a:ext>
              </a:extLst>
            </p:cNvPr>
            <p:cNvSpPr>
              <a:spLocks/>
            </p:cNvSpPr>
            <p:nvPr/>
          </p:nvSpPr>
          <p:spPr bwMode="auto">
            <a:xfrm>
              <a:off x="1303338" y="4119563"/>
              <a:ext cx="490538" cy="161925"/>
            </a:xfrm>
            <a:custGeom>
              <a:avLst/>
              <a:gdLst>
                <a:gd name="T0" fmla="*/ 257 w 308"/>
                <a:gd name="T1" fmla="*/ 0 h 102"/>
                <a:gd name="T2" fmla="*/ 257 w 308"/>
                <a:gd name="T3" fmla="*/ 0 h 102"/>
                <a:gd name="T4" fmla="*/ 154 w 308"/>
                <a:gd name="T5" fmla="*/ 52 h 102"/>
                <a:gd name="T6" fmla="*/ 50 w 308"/>
                <a:gd name="T7" fmla="*/ 0 h 102"/>
                <a:gd name="T8" fmla="*/ 0 w 308"/>
                <a:gd name="T9" fmla="*/ 25 h 102"/>
                <a:gd name="T10" fmla="*/ 154 w 308"/>
                <a:gd name="T11" fmla="*/ 102 h 102"/>
                <a:gd name="T12" fmla="*/ 308 w 308"/>
                <a:gd name="T13" fmla="*/ 25 h 102"/>
                <a:gd name="T14" fmla="*/ 257 w 308"/>
                <a:gd name="T15" fmla="*/ 0 h 1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8" h="102">
                  <a:moveTo>
                    <a:pt x="257" y="0"/>
                  </a:moveTo>
                  <a:lnTo>
                    <a:pt x="257" y="0"/>
                  </a:lnTo>
                  <a:lnTo>
                    <a:pt x="154" y="52"/>
                  </a:lnTo>
                  <a:lnTo>
                    <a:pt x="50" y="0"/>
                  </a:lnTo>
                  <a:lnTo>
                    <a:pt x="0" y="25"/>
                  </a:lnTo>
                  <a:lnTo>
                    <a:pt x="154" y="102"/>
                  </a:lnTo>
                  <a:lnTo>
                    <a:pt x="308" y="25"/>
                  </a:lnTo>
                  <a:lnTo>
                    <a:pt x="257" y="0"/>
                  </a:lnTo>
                  <a:close/>
                </a:path>
              </a:pathLst>
            </a:custGeom>
            <a:solidFill>
              <a:srgbClr val="2F2F2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de-DE"/>
            </a:p>
          </p:txBody>
        </p:sp>
        <p:sp>
          <p:nvSpPr>
            <p:cNvPr id="86" name="Freeform 7">
              <a:extLst>
                <a:ext uri="{FF2B5EF4-FFF2-40B4-BE49-F238E27FC236}">
                  <a16:creationId xmlns:a16="http://schemas.microsoft.com/office/drawing/2014/main" id="{F8C918EC-7BE0-4750-A397-DCE1EEA4320B}"/>
                </a:ext>
              </a:extLst>
            </p:cNvPr>
            <p:cNvSpPr>
              <a:spLocks/>
            </p:cNvSpPr>
            <p:nvPr/>
          </p:nvSpPr>
          <p:spPr bwMode="auto">
            <a:xfrm>
              <a:off x="1303338" y="3910013"/>
              <a:ext cx="490538" cy="244475"/>
            </a:xfrm>
            <a:custGeom>
              <a:avLst/>
              <a:gdLst>
                <a:gd name="T0" fmla="*/ 154 w 308"/>
                <a:gd name="T1" fmla="*/ 0 h 154"/>
                <a:gd name="T2" fmla="*/ 154 w 308"/>
                <a:gd name="T3" fmla="*/ 0 h 154"/>
                <a:gd name="T4" fmla="*/ 0 w 308"/>
                <a:gd name="T5" fmla="*/ 77 h 154"/>
                <a:gd name="T6" fmla="*/ 154 w 308"/>
                <a:gd name="T7" fmla="*/ 154 h 154"/>
                <a:gd name="T8" fmla="*/ 308 w 308"/>
                <a:gd name="T9" fmla="*/ 77 h 154"/>
                <a:gd name="T10" fmla="*/ 154 w 308"/>
                <a:gd name="T11" fmla="*/ 0 h 154"/>
              </a:gdLst>
              <a:ahLst/>
              <a:cxnLst>
                <a:cxn ang="0">
                  <a:pos x="T0" y="T1"/>
                </a:cxn>
                <a:cxn ang="0">
                  <a:pos x="T2" y="T3"/>
                </a:cxn>
                <a:cxn ang="0">
                  <a:pos x="T4" y="T5"/>
                </a:cxn>
                <a:cxn ang="0">
                  <a:pos x="T6" y="T7"/>
                </a:cxn>
                <a:cxn ang="0">
                  <a:pos x="T8" y="T9"/>
                </a:cxn>
                <a:cxn ang="0">
                  <a:pos x="T10" y="T11"/>
                </a:cxn>
              </a:cxnLst>
              <a:rect l="0" t="0" r="r" b="b"/>
              <a:pathLst>
                <a:path w="308" h="154">
                  <a:moveTo>
                    <a:pt x="154" y="0"/>
                  </a:moveTo>
                  <a:lnTo>
                    <a:pt x="154" y="0"/>
                  </a:lnTo>
                  <a:lnTo>
                    <a:pt x="0" y="77"/>
                  </a:lnTo>
                  <a:lnTo>
                    <a:pt x="154" y="154"/>
                  </a:lnTo>
                  <a:lnTo>
                    <a:pt x="308" y="77"/>
                  </a:lnTo>
                  <a:lnTo>
                    <a:pt x="154" y="0"/>
                  </a:lnTo>
                  <a:close/>
                </a:path>
              </a:pathLst>
            </a:custGeom>
            <a:solidFill>
              <a:srgbClr val="C1C1C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de-DE"/>
            </a:p>
          </p:txBody>
        </p:sp>
      </p:grpSp>
      <p:grpSp>
        <p:nvGrpSpPr>
          <p:cNvPr id="88" name="Group 10" descr="Icon of compliant devices">
            <a:extLst>
              <a:ext uri="{FF2B5EF4-FFF2-40B4-BE49-F238E27FC236}">
                <a16:creationId xmlns:a16="http://schemas.microsoft.com/office/drawing/2014/main" id="{BDA11D8E-EFE0-45BC-9444-E36EF47C497B}"/>
              </a:ext>
            </a:extLst>
          </p:cNvPr>
          <p:cNvGrpSpPr>
            <a:grpSpLocks noChangeAspect="1"/>
          </p:cNvGrpSpPr>
          <p:nvPr/>
        </p:nvGrpSpPr>
        <p:grpSpPr bwMode="auto">
          <a:xfrm>
            <a:off x="342617" y="3433311"/>
            <a:ext cx="360000" cy="358973"/>
            <a:chOff x="337" y="2960"/>
            <a:chExt cx="350" cy="349"/>
          </a:xfrm>
        </p:grpSpPr>
        <p:sp>
          <p:nvSpPr>
            <p:cNvPr id="89" name="Freeform 11">
              <a:extLst>
                <a:ext uri="{FF2B5EF4-FFF2-40B4-BE49-F238E27FC236}">
                  <a16:creationId xmlns:a16="http://schemas.microsoft.com/office/drawing/2014/main" id="{A9CAFAAB-3BCF-4AE2-A9EF-2440802F5B0F}"/>
                </a:ext>
              </a:extLst>
            </p:cNvPr>
            <p:cNvSpPr>
              <a:spLocks noEditPoints="1"/>
            </p:cNvSpPr>
            <p:nvPr/>
          </p:nvSpPr>
          <p:spPr bwMode="auto">
            <a:xfrm>
              <a:off x="338" y="3149"/>
              <a:ext cx="66" cy="121"/>
            </a:xfrm>
            <a:custGeom>
              <a:avLst/>
              <a:gdLst>
                <a:gd name="T0" fmla="*/ 0 w 80"/>
                <a:gd name="T1" fmla="*/ 0 h 147"/>
                <a:gd name="T2" fmla="*/ 0 w 80"/>
                <a:gd name="T3" fmla="*/ 0 h 147"/>
                <a:gd name="T4" fmla="*/ 0 w 80"/>
                <a:gd name="T5" fmla="*/ 128 h 147"/>
                <a:gd name="T6" fmla="*/ 0 w 80"/>
                <a:gd name="T7" fmla="*/ 147 h 147"/>
                <a:gd name="T8" fmla="*/ 80 w 80"/>
                <a:gd name="T9" fmla="*/ 147 h 147"/>
                <a:gd name="T10" fmla="*/ 80 w 80"/>
                <a:gd name="T11" fmla="*/ 128 h 147"/>
                <a:gd name="T12" fmla="*/ 80 w 80"/>
                <a:gd name="T13" fmla="*/ 0 h 147"/>
                <a:gd name="T14" fmla="*/ 0 w 80"/>
                <a:gd name="T15" fmla="*/ 0 h 147"/>
                <a:gd name="T16" fmla="*/ 23 w 80"/>
                <a:gd name="T17" fmla="*/ 128 h 147"/>
                <a:gd name="T18" fmla="*/ 23 w 80"/>
                <a:gd name="T19" fmla="*/ 128 h 147"/>
                <a:gd name="T20" fmla="*/ 23 w 80"/>
                <a:gd name="T21" fmla="*/ 107 h 147"/>
                <a:gd name="T22" fmla="*/ 50 w 80"/>
                <a:gd name="T23" fmla="*/ 107 h 147"/>
                <a:gd name="T24" fmla="*/ 50 w 80"/>
                <a:gd name="T25" fmla="*/ 128 h 147"/>
                <a:gd name="T26" fmla="*/ 50 w 80"/>
                <a:gd name="T27" fmla="*/ 133 h 147"/>
                <a:gd name="T28" fmla="*/ 23 w 80"/>
                <a:gd name="T29" fmla="*/ 133 h 147"/>
                <a:gd name="T30" fmla="*/ 23 w 80"/>
                <a:gd name="T31" fmla="*/ 128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0" h="147">
                  <a:moveTo>
                    <a:pt x="0" y="0"/>
                  </a:moveTo>
                  <a:lnTo>
                    <a:pt x="0" y="0"/>
                  </a:lnTo>
                  <a:lnTo>
                    <a:pt x="0" y="128"/>
                  </a:lnTo>
                  <a:lnTo>
                    <a:pt x="0" y="147"/>
                  </a:lnTo>
                  <a:lnTo>
                    <a:pt x="80" y="147"/>
                  </a:lnTo>
                  <a:lnTo>
                    <a:pt x="80" y="128"/>
                  </a:lnTo>
                  <a:lnTo>
                    <a:pt x="80" y="0"/>
                  </a:lnTo>
                  <a:lnTo>
                    <a:pt x="0" y="0"/>
                  </a:lnTo>
                  <a:close/>
                  <a:moveTo>
                    <a:pt x="23" y="128"/>
                  </a:moveTo>
                  <a:lnTo>
                    <a:pt x="23" y="128"/>
                  </a:lnTo>
                  <a:lnTo>
                    <a:pt x="23" y="107"/>
                  </a:lnTo>
                  <a:lnTo>
                    <a:pt x="50" y="107"/>
                  </a:lnTo>
                  <a:lnTo>
                    <a:pt x="50" y="128"/>
                  </a:lnTo>
                  <a:lnTo>
                    <a:pt x="50" y="133"/>
                  </a:lnTo>
                  <a:lnTo>
                    <a:pt x="23" y="133"/>
                  </a:lnTo>
                  <a:lnTo>
                    <a:pt x="23" y="128"/>
                  </a:lnTo>
                  <a:close/>
                </a:path>
              </a:pathLst>
            </a:custGeom>
            <a:solidFill>
              <a:srgbClr val="C1C1C1"/>
            </a:solidFill>
            <a:ln w="0">
              <a:noFill/>
              <a:prstDash val="solid"/>
              <a:round/>
              <a:headEnd/>
              <a:tailEnd/>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0" name="Freeform 12">
              <a:extLst>
                <a:ext uri="{FF2B5EF4-FFF2-40B4-BE49-F238E27FC236}">
                  <a16:creationId xmlns:a16="http://schemas.microsoft.com/office/drawing/2014/main" id="{967C8C52-593A-4FBA-B6DF-BBC05D1D1D98}"/>
                </a:ext>
              </a:extLst>
            </p:cNvPr>
            <p:cNvSpPr>
              <a:spLocks noEditPoints="1"/>
            </p:cNvSpPr>
            <p:nvPr/>
          </p:nvSpPr>
          <p:spPr bwMode="auto">
            <a:xfrm>
              <a:off x="528" y="3156"/>
              <a:ext cx="154" cy="110"/>
            </a:xfrm>
            <a:custGeom>
              <a:avLst/>
              <a:gdLst>
                <a:gd name="T0" fmla="*/ 171 w 187"/>
                <a:gd name="T1" fmla="*/ 0 h 133"/>
                <a:gd name="T2" fmla="*/ 171 w 187"/>
                <a:gd name="T3" fmla="*/ 0 h 133"/>
                <a:gd name="T4" fmla="*/ 0 w 187"/>
                <a:gd name="T5" fmla="*/ 0 h 133"/>
                <a:gd name="T6" fmla="*/ 0 w 187"/>
                <a:gd name="T7" fmla="*/ 120 h 133"/>
                <a:gd name="T8" fmla="*/ 0 w 187"/>
                <a:gd name="T9" fmla="*/ 133 h 133"/>
                <a:gd name="T10" fmla="*/ 187 w 187"/>
                <a:gd name="T11" fmla="*/ 133 h 133"/>
                <a:gd name="T12" fmla="*/ 187 w 187"/>
                <a:gd name="T13" fmla="*/ 0 h 133"/>
                <a:gd name="T14" fmla="*/ 171 w 187"/>
                <a:gd name="T15" fmla="*/ 0 h 133"/>
                <a:gd name="T16" fmla="*/ 71 w 187"/>
                <a:gd name="T17" fmla="*/ 120 h 133"/>
                <a:gd name="T18" fmla="*/ 71 w 187"/>
                <a:gd name="T19" fmla="*/ 120 h 133"/>
                <a:gd name="T20" fmla="*/ 71 w 187"/>
                <a:gd name="T21" fmla="*/ 93 h 133"/>
                <a:gd name="T22" fmla="*/ 111 w 187"/>
                <a:gd name="T23" fmla="*/ 93 h 133"/>
                <a:gd name="T24" fmla="*/ 111 w 187"/>
                <a:gd name="T25" fmla="*/ 120 h 133"/>
                <a:gd name="T26" fmla="*/ 111 w 187"/>
                <a:gd name="T27" fmla="*/ 120 h 133"/>
                <a:gd name="T28" fmla="*/ 71 w 187"/>
                <a:gd name="T29" fmla="*/ 120 h 133"/>
                <a:gd name="T30" fmla="*/ 71 w 187"/>
                <a:gd name="T31" fmla="*/ 120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7" h="133">
                  <a:moveTo>
                    <a:pt x="171" y="0"/>
                  </a:moveTo>
                  <a:lnTo>
                    <a:pt x="171" y="0"/>
                  </a:lnTo>
                  <a:lnTo>
                    <a:pt x="0" y="0"/>
                  </a:lnTo>
                  <a:lnTo>
                    <a:pt x="0" y="120"/>
                  </a:lnTo>
                  <a:lnTo>
                    <a:pt x="0" y="133"/>
                  </a:lnTo>
                  <a:lnTo>
                    <a:pt x="187" y="133"/>
                  </a:lnTo>
                  <a:lnTo>
                    <a:pt x="187" y="0"/>
                  </a:lnTo>
                  <a:lnTo>
                    <a:pt x="171" y="0"/>
                  </a:lnTo>
                  <a:close/>
                  <a:moveTo>
                    <a:pt x="71" y="120"/>
                  </a:moveTo>
                  <a:lnTo>
                    <a:pt x="71" y="120"/>
                  </a:lnTo>
                  <a:lnTo>
                    <a:pt x="71" y="93"/>
                  </a:lnTo>
                  <a:lnTo>
                    <a:pt x="111" y="93"/>
                  </a:lnTo>
                  <a:lnTo>
                    <a:pt x="111" y="120"/>
                  </a:lnTo>
                  <a:lnTo>
                    <a:pt x="111" y="120"/>
                  </a:lnTo>
                  <a:lnTo>
                    <a:pt x="71" y="120"/>
                  </a:lnTo>
                  <a:lnTo>
                    <a:pt x="71" y="120"/>
                  </a:lnTo>
                  <a:close/>
                </a:path>
              </a:pathLst>
            </a:custGeom>
            <a:solidFill>
              <a:srgbClr val="D1D1D1"/>
            </a:solidFill>
            <a:ln w="0">
              <a:noFill/>
              <a:prstDash val="solid"/>
              <a:round/>
              <a:headEnd/>
              <a:tailEnd/>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1" name="Freeform 13">
              <a:extLst>
                <a:ext uri="{FF2B5EF4-FFF2-40B4-BE49-F238E27FC236}">
                  <a16:creationId xmlns:a16="http://schemas.microsoft.com/office/drawing/2014/main" id="{7954F8A9-4260-4855-B867-254172E57776}"/>
                </a:ext>
              </a:extLst>
            </p:cNvPr>
            <p:cNvSpPr>
              <a:spLocks noEditPoints="1"/>
            </p:cNvSpPr>
            <p:nvPr/>
          </p:nvSpPr>
          <p:spPr bwMode="auto">
            <a:xfrm>
              <a:off x="552" y="2960"/>
              <a:ext cx="135" cy="134"/>
            </a:xfrm>
            <a:custGeom>
              <a:avLst/>
              <a:gdLst>
                <a:gd name="T0" fmla="*/ 41 w 164"/>
                <a:gd name="T1" fmla="*/ 77 h 163"/>
                <a:gd name="T2" fmla="*/ 41 w 164"/>
                <a:gd name="T3" fmla="*/ 77 h 163"/>
                <a:gd name="T4" fmla="*/ 64 w 164"/>
                <a:gd name="T5" fmla="*/ 100 h 163"/>
                <a:gd name="T6" fmla="*/ 123 w 164"/>
                <a:gd name="T7" fmla="*/ 40 h 163"/>
                <a:gd name="T8" fmla="*/ 137 w 164"/>
                <a:gd name="T9" fmla="*/ 55 h 163"/>
                <a:gd name="T10" fmla="*/ 64 w 164"/>
                <a:gd name="T11" fmla="*/ 128 h 163"/>
                <a:gd name="T12" fmla="*/ 27 w 164"/>
                <a:gd name="T13" fmla="*/ 91 h 163"/>
                <a:gd name="T14" fmla="*/ 41 w 164"/>
                <a:gd name="T15" fmla="*/ 77 h 163"/>
                <a:gd name="T16" fmla="*/ 82 w 164"/>
                <a:gd name="T17" fmla="*/ 163 h 163"/>
                <a:gd name="T18" fmla="*/ 82 w 164"/>
                <a:gd name="T19" fmla="*/ 163 h 163"/>
                <a:gd name="T20" fmla="*/ 164 w 164"/>
                <a:gd name="T21" fmla="*/ 81 h 163"/>
                <a:gd name="T22" fmla="*/ 82 w 164"/>
                <a:gd name="T23" fmla="*/ 0 h 163"/>
                <a:gd name="T24" fmla="*/ 0 w 164"/>
                <a:gd name="T25" fmla="*/ 81 h 163"/>
                <a:gd name="T26" fmla="*/ 82 w 164"/>
                <a:gd name="T27" fmla="*/ 163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4" h="163">
                  <a:moveTo>
                    <a:pt x="41" y="77"/>
                  </a:moveTo>
                  <a:lnTo>
                    <a:pt x="41" y="77"/>
                  </a:lnTo>
                  <a:lnTo>
                    <a:pt x="64" y="100"/>
                  </a:lnTo>
                  <a:lnTo>
                    <a:pt x="123" y="40"/>
                  </a:lnTo>
                  <a:lnTo>
                    <a:pt x="137" y="55"/>
                  </a:lnTo>
                  <a:lnTo>
                    <a:pt x="64" y="128"/>
                  </a:lnTo>
                  <a:lnTo>
                    <a:pt x="27" y="91"/>
                  </a:lnTo>
                  <a:lnTo>
                    <a:pt x="41" y="77"/>
                  </a:lnTo>
                  <a:close/>
                  <a:moveTo>
                    <a:pt x="82" y="163"/>
                  </a:moveTo>
                  <a:lnTo>
                    <a:pt x="82" y="163"/>
                  </a:lnTo>
                  <a:cubicBezTo>
                    <a:pt x="128" y="163"/>
                    <a:pt x="164" y="126"/>
                    <a:pt x="164" y="81"/>
                  </a:cubicBezTo>
                  <a:cubicBezTo>
                    <a:pt x="164" y="36"/>
                    <a:pt x="128" y="0"/>
                    <a:pt x="82" y="0"/>
                  </a:cubicBezTo>
                  <a:cubicBezTo>
                    <a:pt x="37" y="0"/>
                    <a:pt x="0" y="36"/>
                    <a:pt x="0" y="81"/>
                  </a:cubicBezTo>
                  <a:cubicBezTo>
                    <a:pt x="0" y="126"/>
                    <a:pt x="37" y="163"/>
                    <a:pt x="82" y="163"/>
                  </a:cubicBezTo>
                  <a:close/>
                </a:path>
              </a:pathLst>
            </a:custGeom>
            <a:solidFill>
              <a:srgbClr val="ED1A3B"/>
            </a:solidFill>
            <a:ln w="0">
              <a:noFill/>
              <a:prstDash val="solid"/>
              <a:round/>
              <a:headEnd/>
              <a:tailEnd/>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2" name="Freeform 14">
              <a:extLst>
                <a:ext uri="{FF2B5EF4-FFF2-40B4-BE49-F238E27FC236}">
                  <a16:creationId xmlns:a16="http://schemas.microsoft.com/office/drawing/2014/main" id="{9C918563-948F-4D19-A087-F89ECABB9661}"/>
                </a:ext>
              </a:extLst>
            </p:cNvPr>
            <p:cNvSpPr>
              <a:spLocks/>
            </p:cNvSpPr>
            <p:nvPr/>
          </p:nvSpPr>
          <p:spPr bwMode="auto">
            <a:xfrm>
              <a:off x="337" y="3045"/>
              <a:ext cx="332" cy="264"/>
            </a:xfrm>
            <a:custGeom>
              <a:avLst/>
              <a:gdLst>
                <a:gd name="T0" fmla="*/ 0 w 403"/>
                <a:gd name="T1" fmla="*/ 99 h 320"/>
                <a:gd name="T2" fmla="*/ 0 w 403"/>
                <a:gd name="T3" fmla="*/ 99 h 320"/>
                <a:gd name="T4" fmla="*/ 1 w 403"/>
                <a:gd name="T5" fmla="*/ 99 h 320"/>
                <a:gd name="T6" fmla="*/ 81 w 403"/>
                <a:gd name="T7" fmla="*/ 99 h 320"/>
                <a:gd name="T8" fmla="*/ 108 w 403"/>
                <a:gd name="T9" fmla="*/ 126 h 320"/>
                <a:gd name="T10" fmla="*/ 108 w 403"/>
                <a:gd name="T11" fmla="*/ 254 h 320"/>
                <a:gd name="T12" fmla="*/ 189 w 403"/>
                <a:gd name="T13" fmla="*/ 254 h 320"/>
                <a:gd name="T14" fmla="*/ 189 w 403"/>
                <a:gd name="T15" fmla="*/ 294 h 320"/>
                <a:gd name="T16" fmla="*/ 136 w 403"/>
                <a:gd name="T17" fmla="*/ 294 h 320"/>
                <a:gd name="T18" fmla="*/ 136 w 403"/>
                <a:gd name="T19" fmla="*/ 320 h 320"/>
                <a:gd name="T20" fmla="*/ 269 w 403"/>
                <a:gd name="T21" fmla="*/ 320 h 320"/>
                <a:gd name="T22" fmla="*/ 269 w 403"/>
                <a:gd name="T23" fmla="*/ 294 h 320"/>
                <a:gd name="T24" fmla="*/ 232 w 403"/>
                <a:gd name="T25" fmla="*/ 294 h 320"/>
                <a:gd name="T26" fmla="*/ 228 w 403"/>
                <a:gd name="T27" fmla="*/ 294 h 320"/>
                <a:gd name="T28" fmla="*/ 216 w 403"/>
                <a:gd name="T29" fmla="*/ 288 h 320"/>
                <a:gd name="T30" fmla="*/ 206 w 403"/>
                <a:gd name="T31" fmla="*/ 267 h 320"/>
                <a:gd name="T32" fmla="*/ 206 w 403"/>
                <a:gd name="T33" fmla="*/ 254 h 320"/>
                <a:gd name="T34" fmla="*/ 206 w 403"/>
                <a:gd name="T35" fmla="*/ 134 h 320"/>
                <a:gd name="T36" fmla="*/ 232 w 403"/>
                <a:gd name="T37" fmla="*/ 107 h 320"/>
                <a:gd name="T38" fmla="*/ 403 w 403"/>
                <a:gd name="T39" fmla="*/ 107 h 320"/>
                <a:gd name="T40" fmla="*/ 403 w 403"/>
                <a:gd name="T41" fmla="*/ 71 h 320"/>
                <a:gd name="T42" fmla="*/ 343 w 403"/>
                <a:gd name="T43" fmla="*/ 89 h 320"/>
                <a:gd name="T44" fmla="*/ 235 w 403"/>
                <a:gd name="T45" fmla="*/ 0 h 320"/>
                <a:gd name="T46" fmla="*/ 107 w 403"/>
                <a:gd name="T47" fmla="*/ 0 h 320"/>
                <a:gd name="T48" fmla="*/ 0 w 403"/>
                <a:gd name="T49" fmla="*/ 0 h 320"/>
                <a:gd name="T50" fmla="*/ 0 w 403"/>
                <a:gd name="T51" fmla="*/ 99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03" h="320">
                  <a:moveTo>
                    <a:pt x="0" y="99"/>
                  </a:moveTo>
                  <a:lnTo>
                    <a:pt x="0" y="99"/>
                  </a:lnTo>
                  <a:cubicBezTo>
                    <a:pt x="1" y="99"/>
                    <a:pt x="1" y="99"/>
                    <a:pt x="1" y="99"/>
                  </a:cubicBezTo>
                  <a:lnTo>
                    <a:pt x="81" y="99"/>
                  </a:lnTo>
                  <a:cubicBezTo>
                    <a:pt x="96" y="99"/>
                    <a:pt x="108" y="111"/>
                    <a:pt x="108" y="126"/>
                  </a:cubicBezTo>
                  <a:lnTo>
                    <a:pt x="108" y="254"/>
                  </a:lnTo>
                  <a:lnTo>
                    <a:pt x="189" y="254"/>
                  </a:lnTo>
                  <a:lnTo>
                    <a:pt x="189" y="294"/>
                  </a:lnTo>
                  <a:lnTo>
                    <a:pt x="136" y="294"/>
                  </a:lnTo>
                  <a:lnTo>
                    <a:pt x="136" y="320"/>
                  </a:lnTo>
                  <a:lnTo>
                    <a:pt x="269" y="320"/>
                  </a:lnTo>
                  <a:lnTo>
                    <a:pt x="269" y="294"/>
                  </a:lnTo>
                  <a:lnTo>
                    <a:pt x="232" y="294"/>
                  </a:lnTo>
                  <a:cubicBezTo>
                    <a:pt x="231" y="294"/>
                    <a:pt x="229" y="294"/>
                    <a:pt x="228" y="294"/>
                  </a:cubicBezTo>
                  <a:cubicBezTo>
                    <a:pt x="223" y="293"/>
                    <a:pt x="219" y="291"/>
                    <a:pt x="216" y="288"/>
                  </a:cubicBezTo>
                  <a:cubicBezTo>
                    <a:pt x="210" y="283"/>
                    <a:pt x="206" y="276"/>
                    <a:pt x="206" y="267"/>
                  </a:cubicBezTo>
                  <a:lnTo>
                    <a:pt x="206" y="254"/>
                  </a:lnTo>
                  <a:lnTo>
                    <a:pt x="206" y="134"/>
                  </a:lnTo>
                  <a:cubicBezTo>
                    <a:pt x="206" y="119"/>
                    <a:pt x="218" y="107"/>
                    <a:pt x="232" y="107"/>
                  </a:cubicBezTo>
                  <a:lnTo>
                    <a:pt x="403" y="107"/>
                  </a:lnTo>
                  <a:lnTo>
                    <a:pt x="403" y="71"/>
                  </a:lnTo>
                  <a:cubicBezTo>
                    <a:pt x="385" y="82"/>
                    <a:pt x="365" y="89"/>
                    <a:pt x="343" y="89"/>
                  </a:cubicBezTo>
                  <a:cubicBezTo>
                    <a:pt x="290" y="89"/>
                    <a:pt x="245" y="51"/>
                    <a:pt x="235" y="0"/>
                  </a:cubicBezTo>
                  <a:lnTo>
                    <a:pt x="107" y="0"/>
                  </a:lnTo>
                  <a:lnTo>
                    <a:pt x="0" y="0"/>
                  </a:lnTo>
                  <a:lnTo>
                    <a:pt x="0" y="99"/>
                  </a:lnTo>
                  <a:close/>
                </a:path>
              </a:pathLst>
            </a:custGeom>
            <a:solidFill>
              <a:srgbClr val="C1C1C1"/>
            </a:solidFill>
            <a:ln w="0">
              <a:noFill/>
              <a:prstDash val="solid"/>
              <a:round/>
              <a:headEnd/>
              <a:tailEnd/>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grpSp>
        <p:nvGrpSpPr>
          <p:cNvPr id="95" name="Group 4">
            <a:extLst>
              <a:ext uri="{FF2B5EF4-FFF2-40B4-BE49-F238E27FC236}">
                <a16:creationId xmlns:a16="http://schemas.microsoft.com/office/drawing/2014/main" id="{AD586583-9C2B-41FA-AAFC-4B7DD8813894}"/>
              </a:ext>
            </a:extLst>
          </p:cNvPr>
          <p:cNvGrpSpPr>
            <a:grpSpLocks noChangeAspect="1"/>
          </p:cNvGrpSpPr>
          <p:nvPr/>
        </p:nvGrpSpPr>
        <p:grpSpPr bwMode="auto">
          <a:xfrm>
            <a:off x="342617" y="2823690"/>
            <a:ext cx="360000" cy="360001"/>
            <a:chOff x="155" y="1830"/>
            <a:chExt cx="375" cy="375"/>
          </a:xfrm>
        </p:grpSpPr>
        <p:sp>
          <p:nvSpPr>
            <p:cNvPr id="96" name="AutoShape 3">
              <a:extLst>
                <a:ext uri="{FF2B5EF4-FFF2-40B4-BE49-F238E27FC236}">
                  <a16:creationId xmlns:a16="http://schemas.microsoft.com/office/drawing/2014/main" id="{3189F76B-8640-476D-9824-9186ACAD23CF}"/>
                </a:ext>
              </a:extLst>
            </p:cNvPr>
            <p:cNvSpPr>
              <a:spLocks noChangeAspect="1" noChangeArrowheads="1" noTextEdit="1"/>
            </p:cNvSpPr>
            <p:nvPr/>
          </p:nvSpPr>
          <p:spPr bwMode="auto">
            <a:xfrm>
              <a:off x="155" y="1830"/>
              <a:ext cx="375"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97" name="Freeform 5">
              <a:extLst>
                <a:ext uri="{FF2B5EF4-FFF2-40B4-BE49-F238E27FC236}">
                  <a16:creationId xmlns:a16="http://schemas.microsoft.com/office/drawing/2014/main" id="{9D9DD2B8-A461-4DBF-A7F2-85F7160CCC8E}"/>
                </a:ext>
              </a:extLst>
            </p:cNvPr>
            <p:cNvSpPr>
              <a:spLocks noEditPoints="1"/>
            </p:cNvSpPr>
            <p:nvPr/>
          </p:nvSpPr>
          <p:spPr bwMode="auto">
            <a:xfrm>
              <a:off x="276" y="2141"/>
              <a:ext cx="73" cy="48"/>
            </a:xfrm>
            <a:custGeom>
              <a:avLst/>
              <a:gdLst>
                <a:gd name="T0" fmla="*/ 0 w 80"/>
                <a:gd name="T1" fmla="*/ 40 h 53"/>
                <a:gd name="T2" fmla="*/ 0 w 80"/>
                <a:gd name="T3" fmla="*/ 40 h 53"/>
                <a:gd name="T4" fmla="*/ 4 w 80"/>
                <a:gd name="T5" fmla="*/ 49 h 53"/>
                <a:gd name="T6" fmla="*/ 13 w 80"/>
                <a:gd name="T7" fmla="*/ 53 h 53"/>
                <a:gd name="T8" fmla="*/ 66 w 80"/>
                <a:gd name="T9" fmla="*/ 53 h 53"/>
                <a:gd name="T10" fmla="*/ 76 w 80"/>
                <a:gd name="T11" fmla="*/ 49 h 53"/>
                <a:gd name="T12" fmla="*/ 80 w 80"/>
                <a:gd name="T13" fmla="*/ 40 h 53"/>
                <a:gd name="T14" fmla="*/ 80 w 80"/>
                <a:gd name="T15" fmla="*/ 40 h 53"/>
                <a:gd name="T16" fmla="*/ 80 w 80"/>
                <a:gd name="T17" fmla="*/ 40 h 53"/>
                <a:gd name="T18" fmla="*/ 80 w 80"/>
                <a:gd name="T19" fmla="*/ 0 h 53"/>
                <a:gd name="T20" fmla="*/ 0 w 80"/>
                <a:gd name="T21" fmla="*/ 0 h 53"/>
                <a:gd name="T22" fmla="*/ 0 w 80"/>
                <a:gd name="T23" fmla="*/ 40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0" h="53">
                  <a:moveTo>
                    <a:pt x="0" y="40"/>
                  </a:moveTo>
                  <a:lnTo>
                    <a:pt x="0" y="40"/>
                  </a:lnTo>
                  <a:cubicBezTo>
                    <a:pt x="0" y="43"/>
                    <a:pt x="1" y="46"/>
                    <a:pt x="4" y="49"/>
                  </a:cubicBezTo>
                  <a:cubicBezTo>
                    <a:pt x="6" y="52"/>
                    <a:pt x="10" y="53"/>
                    <a:pt x="13" y="53"/>
                  </a:cubicBezTo>
                  <a:lnTo>
                    <a:pt x="66" y="53"/>
                  </a:lnTo>
                  <a:cubicBezTo>
                    <a:pt x="70" y="53"/>
                    <a:pt x="73" y="52"/>
                    <a:pt x="76" y="49"/>
                  </a:cubicBezTo>
                  <a:cubicBezTo>
                    <a:pt x="78" y="46"/>
                    <a:pt x="80" y="43"/>
                    <a:pt x="80" y="40"/>
                  </a:cubicBezTo>
                  <a:moveTo>
                    <a:pt x="80" y="40"/>
                  </a:moveTo>
                  <a:lnTo>
                    <a:pt x="80" y="40"/>
                  </a:lnTo>
                  <a:lnTo>
                    <a:pt x="80" y="0"/>
                  </a:lnTo>
                  <a:lnTo>
                    <a:pt x="0" y="0"/>
                  </a:lnTo>
                  <a:lnTo>
                    <a:pt x="0" y="40"/>
                  </a:lnTo>
                </a:path>
              </a:pathLst>
            </a:custGeom>
            <a:solidFill>
              <a:srgbClr val="2F2F2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de-DE"/>
            </a:p>
          </p:txBody>
        </p:sp>
        <p:sp>
          <p:nvSpPr>
            <p:cNvPr id="98" name="Freeform 6">
              <a:extLst>
                <a:ext uri="{FF2B5EF4-FFF2-40B4-BE49-F238E27FC236}">
                  <a16:creationId xmlns:a16="http://schemas.microsoft.com/office/drawing/2014/main" id="{A0A45ACA-8B38-41D4-AAFF-DE9306F354D0}"/>
                </a:ext>
              </a:extLst>
            </p:cNvPr>
            <p:cNvSpPr>
              <a:spLocks/>
            </p:cNvSpPr>
            <p:nvPr/>
          </p:nvSpPr>
          <p:spPr bwMode="auto">
            <a:xfrm>
              <a:off x="372" y="1850"/>
              <a:ext cx="122" cy="169"/>
            </a:xfrm>
            <a:custGeom>
              <a:avLst/>
              <a:gdLst>
                <a:gd name="T0" fmla="*/ 0 w 134"/>
                <a:gd name="T1" fmla="*/ 186 h 186"/>
                <a:gd name="T2" fmla="*/ 0 w 134"/>
                <a:gd name="T3" fmla="*/ 186 h 186"/>
                <a:gd name="T4" fmla="*/ 134 w 134"/>
                <a:gd name="T5" fmla="*/ 186 h 186"/>
                <a:gd name="T6" fmla="*/ 134 w 134"/>
                <a:gd name="T7" fmla="*/ 0 h 186"/>
                <a:gd name="T8" fmla="*/ 0 w 134"/>
                <a:gd name="T9" fmla="*/ 0 h 186"/>
                <a:gd name="T10" fmla="*/ 0 w 134"/>
                <a:gd name="T11" fmla="*/ 186 h 186"/>
              </a:gdLst>
              <a:ahLst/>
              <a:cxnLst>
                <a:cxn ang="0">
                  <a:pos x="T0" y="T1"/>
                </a:cxn>
                <a:cxn ang="0">
                  <a:pos x="T2" y="T3"/>
                </a:cxn>
                <a:cxn ang="0">
                  <a:pos x="T4" y="T5"/>
                </a:cxn>
                <a:cxn ang="0">
                  <a:pos x="T6" y="T7"/>
                </a:cxn>
                <a:cxn ang="0">
                  <a:pos x="T8" y="T9"/>
                </a:cxn>
                <a:cxn ang="0">
                  <a:pos x="T10" y="T11"/>
                </a:cxn>
              </a:cxnLst>
              <a:rect l="0" t="0" r="r" b="b"/>
              <a:pathLst>
                <a:path w="134" h="186">
                  <a:moveTo>
                    <a:pt x="0" y="186"/>
                  </a:moveTo>
                  <a:lnTo>
                    <a:pt x="0" y="186"/>
                  </a:lnTo>
                  <a:lnTo>
                    <a:pt x="134" y="186"/>
                  </a:lnTo>
                  <a:lnTo>
                    <a:pt x="134" y="0"/>
                  </a:lnTo>
                  <a:lnTo>
                    <a:pt x="0" y="0"/>
                  </a:lnTo>
                  <a:lnTo>
                    <a:pt x="0" y="186"/>
                  </a:lnTo>
                  <a:close/>
                </a:path>
              </a:pathLst>
            </a:custGeom>
            <a:solidFill>
              <a:srgbClr val="C1C1C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de-DE"/>
            </a:p>
          </p:txBody>
        </p:sp>
        <p:sp>
          <p:nvSpPr>
            <p:cNvPr id="99" name="Freeform 7">
              <a:extLst>
                <a:ext uri="{FF2B5EF4-FFF2-40B4-BE49-F238E27FC236}">
                  <a16:creationId xmlns:a16="http://schemas.microsoft.com/office/drawing/2014/main" id="{ADBFD051-EF7F-430B-9E86-11FAC5FCFF63}"/>
                </a:ext>
              </a:extLst>
            </p:cNvPr>
            <p:cNvSpPr>
              <a:spLocks/>
            </p:cNvSpPr>
            <p:nvPr/>
          </p:nvSpPr>
          <p:spPr bwMode="auto">
            <a:xfrm>
              <a:off x="400" y="1874"/>
              <a:ext cx="48" cy="24"/>
            </a:xfrm>
            <a:custGeom>
              <a:avLst/>
              <a:gdLst>
                <a:gd name="T0" fmla="*/ 0 w 53"/>
                <a:gd name="T1" fmla="*/ 0 h 27"/>
                <a:gd name="T2" fmla="*/ 0 w 53"/>
                <a:gd name="T3" fmla="*/ 0 h 27"/>
                <a:gd name="T4" fmla="*/ 53 w 53"/>
                <a:gd name="T5" fmla="*/ 0 h 27"/>
                <a:gd name="T6" fmla="*/ 53 w 53"/>
                <a:gd name="T7" fmla="*/ 27 h 27"/>
                <a:gd name="T8" fmla="*/ 0 w 53"/>
                <a:gd name="T9" fmla="*/ 27 h 27"/>
                <a:gd name="T10" fmla="*/ 0 w 53"/>
                <a:gd name="T11" fmla="*/ 0 h 27"/>
              </a:gdLst>
              <a:ahLst/>
              <a:cxnLst>
                <a:cxn ang="0">
                  <a:pos x="T0" y="T1"/>
                </a:cxn>
                <a:cxn ang="0">
                  <a:pos x="T2" y="T3"/>
                </a:cxn>
                <a:cxn ang="0">
                  <a:pos x="T4" y="T5"/>
                </a:cxn>
                <a:cxn ang="0">
                  <a:pos x="T6" y="T7"/>
                </a:cxn>
                <a:cxn ang="0">
                  <a:pos x="T8" y="T9"/>
                </a:cxn>
                <a:cxn ang="0">
                  <a:pos x="T10" y="T11"/>
                </a:cxn>
              </a:cxnLst>
              <a:rect l="0" t="0" r="r" b="b"/>
              <a:pathLst>
                <a:path w="53" h="27">
                  <a:moveTo>
                    <a:pt x="0" y="0"/>
                  </a:moveTo>
                  <a:lnTo>
                    <a:pt x="0" y="0"/>
                  </a:lnTo>
                  <a:lnTo>
                    <a:pt x="53" y="0"/>
                  </a:lnTo>
                  <a:lnTo>
                    <a:pt x="53" y="27"/>
                  </a:lnTo>
                  <a:lnTo>
                    <a:pt x="0" y="27"/>
                  </a:lnTo>
                  <a:lnTo>
                    <a:pt x="0" y="0"/>
                  </a:lnTo>
                  <a:close/>
                </a:path>
              </a:pathLst>
            </a:custGeom>
            <a:solidFill>
              <a:srgbClr val="ED1A3B"/>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de-DE"/>
            </a:p>
          </p:txBody>
        </p:sp>
        <p:sp>
          <p:nvSpPr>
            <p:cNvPr id="100" name="Freeform 8">
              <a:extLst>
                <a:ext uri="{FF2B5EF4-FFF2-40B4-BE49-F238E27FC236}">
                  <a16:creationId xmlns:a16="http://schemas.microsoft.com/office/drawing/2014/main" id="{2787D889-A0C4-4BBB-BE3B-8821F6596EDA}"/>
                </a:ext>
              </a:extLst>
            </p:cNvPr>
            <p:cNvSpPr>
              <a:spLocks/>
            </p:cNvSpPr>
            <p:nvPr/>
          </p:nvSpPr>
          <p:spPr bwMode="auto">
            <a:xfrm>
              <a:off x="400" y="1923"/>
              <a:ext cx="48" cy="23"/>
            </a:xfrm>
            <a:custGeom>
              <a:avLst/>
              <a:gdLst>
                <a:gd name="T0" fmla="*/ 0 w 53"/>
                <a:gd name="T1" fmla="*/ 0 h 26"/>
                <a:gd name="T2" fmla="*/ 0 w 53"/>
                <a:gd name="T3" fmla="*/ 0 h 26"/>
                <a:gd name="T4" fmla="*/ 53 w 53"/>
                <a:gd name="T5" fmla="*/ 0 h 26"/>
                <a:gd name="T6" fmla="*/ 53 w 53"/>
                <a:gd name="T7" fmla="*/ 26 h 26"/>
                <a:gd name="T8" fmla="*/ 0 w 53"/>
                <a:gd name="T9" fmla="*/ 26 h 26"/>
                <a:gd name="T10" fmla="*/ 0 w 53"/>
                <a:gd name="T11" fmla="*/ 0 h 26"/>
              </a:gdLst>
              <a:ahLst/>
              <a:cxnLst>
                <a:cxn ang="0">
                  <a:pos x="T0" y="T1"/>
                </a:cxn>
                <a:cxn ang="0">
                  <a:pos x="T2" y="T3"/>
                </a:cxn>
                <a:cxn ang="0">
                  <a:pos x="T4" y="T5"/>
                </a:cxn>
                <a:cxn ang="0">
                  <a:pos x="T6" y="T7"/>
                </a:cxn>
                <a:cxn ang="0">
                  <a:pos x="T8" y="T9"/>
                </a:cxn>
                <a:cxn ang="0">
                  <a:pos x="T10" y="T11"/>
                </a:cxn>
              </a:cxnLst>
              <a:rect l="0" t="0" r="r" b="b"/>
              <a:pathLst>
                <a:path w="53" h="26">
                  <a:moveTo>
                    <a:pt x="0" y="0"/>
                  </a:moveTo>
                  <a:lnTo>
                    <a:pt x="0" y="0"/>
                  </a:lnTo>
                  <a:lnTo>
                    <a:pt x="53" y="0"/>
                  </a:lnTo>
                  <a:lnTo>
                    <a:pt x="53" y="26"/>
                  </a:lnTo>
                  <a:lnTo>
                    <a:pt x="0" y="26"/>
                  </a:lnTo>
                  <a:lnTo>
                    <a:pt x="0" y="0"/>
                  </a:lnTo>
                  <a:close/>
                </a:path>
              </a:pathLst>
            </a:custGeom>
            <a:solidFill>
              <a:srgbClr val="ED1A3B"/>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de-DE"/>
            </a:p>
          </p:txBody>
        </p:sp>
        <p:sp>
          <p:nvSpPr>
            <p:cNvPr id="101" name="Freeform 9">
              <a:extLst>
                <a:ext uri="{FF2B5EF4-FFF2-40B4-BE49-F238E27FC236}">
                  <a16:creationId xmlns:a16="http://schemas.microsoft.com/office/drawing/2014/main" id="{0B229641-1C25-49A2-ADD6-4FE68899F6E6}"/>
                </a:ext>
              </a:extLst>
            </p:cNvPr>
            <p:cNvSpPr>
              <a:spLocks/>
            </p:cNvSpPr>
            <p:nvPr/>
          </p:nvSpPr>
          <p:spPr bwMode="auto">
            <a:xfrm>
              <a:off x="400" y="1971"/>
              <a:ext cx="72" cy="25"/>
            </a:xfrm>
            <a:custGeom>
              <a:avLst/>
              <a:gdLst>
                <a:gd name="T0" fmla="*/ 80 w 80"/>
                <a:gd name="T1" fmla="*/ 27 h 27"/>
                <a:gd name="T2" fmla="*/ 80 w 80"/>
                <a:gd name="T3" fmla="*/ 27 h 27"/>
                <a:gd name="T4" fmla="*/ 0 w 80"/>
                <a:gd name="T5" fmla="*/ 27 h 27"/>
                <a:gd name="T6" fmla="*/ 0 w 80"/>
                <a:gd name="T7" fmla="*/ 0 h 27"/>
                <a:gd name="T8" fmla="*/ 80 w 80"/>
                <a:gd name="T9" fmla="*/ 0 h 27"/>
                <a:gd name="T10" fmla="*/ 80 w 80"/>
                <a:gd name="T11" fmla="*/ 27 h 27"/>
              </a:gdLst>
              <a:ahLst/>
              <a:cxnLst>
                <a:cxn ang="0">
                  <a:pos x="T0" y="T1"/>
                </a:cxn>
                <a:cxn ang="0">
                  <a:pos x="T2" y="T3"/>
                </a:cxn>
                <a:cxn ang="0">
                  <a:pos x="T4" y="T5"/>
                </a:cxn>
                <a:cxn ang="0">
                  <a:pos x="T6" y="T7"/>
                </a:cxn>
                <a:cxn ang="0">
                  <a:pos x="T8" y="T9"/>
                </a:cxn>
                <a:cxn ang="0">
                  <a:pos x="T10" y="T11"/>
                </a:cxn>
              </a:cxnLst>
              <a:rect l="0" t="0" r="r" b="b"/>
              <a:pathLst>
                <a:path w="80" h="27">
                  <a:moveTo>
                    <a:pt x="80" y="27"/>
                  </a:moveTo>
                  <a:lnTo>
                    <a:pt x="80" y="27"/>
                  </a:lnTo>
                  <a:lnTo>
                    <a:pt x="0" y="27"/>
                  </a:lnTo>
                  <a:lnTo>
                    <a:pt x="0" y="0"/>
                  </a:lnTo>
                  <a:lnTo>
                    <a:pt x="80" y="0"/>
                  </a:lnTo>
                  <a:lnTo>
                    <a:pt x="80" y="27"/>
                  </a:lnTo>
                  <a:close/>
                </a:path>
              </a:pathLst>
            </a:custGeom>
            <a:solidFill>
              <a:srgbClr val="ED1A3B"/>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de-DE"/>
            </a:p>
          </p:txBody>
        </p:sp>
        <p:sp>
          <p:nvSpPr>
            <p:cNvPr id="102" name="Freeform 10">
              <a:extLst>
                <a:ext uri="{FF2B5EF4-FFF2-40B4-BE49-F238E27FC236}">
                  <a16:creationId xmlns:a16="http://schemas.microsoft.com/office/drawing/2014/main" id="{668AAC18-FDE7-48D6-AE83-C35DBFCBF415}"/>
                </a:ext>
              </a:extLst>
            </p:cNvPr>
            <p:cNvSpPr>
              <a:spLocks/>
            </p:cNvSpPr>
            <p:nvPr/>
          </p:nvSpPr>
          <p:spPr bwMode="auto">
            <a:xfrm>
              <a:off x="203" y="1850"/>
              <a:ext cx="178" cy="266"/>
            </a:xfrm>
            <a:custGeom>
              <a:avLst/>
              <a:gdLst>
                <a:gd name="T0" fmla="*/ 160 w 195"/>
                <a:gd name="T1" fmla="*/ 293 h 293"/>
                <a:gd name="T2" fmla="*/ 160 w 195"/>
                <a:gd name="T3" fmla="*/ 293 h 293"/>
                <a:gd name="T4" fmla="*/ 171 w 195"/>
                <a:gd name="T5" fmla="*/ 250 h 293"/>
                <a:gd name="T6" fmla="*/ 195 w 195"/>
                <a:gd name="T7" fmla="*/ 213 h 293"/>
                <a:gd name="T8" fmla="*/ 160 w 195"/>
                <a:gd name="T9" fmla="*/ 213 h 293"/>
                <a:gd name="T10" fmla="*/ 160 w 195"/>
                <a:gd name="T11" fmla="*/ 7 h 293"/>
                <a:gd name="T12" fmla="*/ 140 w 195"/>
                <a:gd name="T13" fmla="*/ 1 h 293"/>
                <a:gd name="T14" fmla="*/ 120 w 195"/>
                <a:gd name="T15" fmla="*/ 0 h 293"/>
                <a:gd name="T16" fmla="*/ 73 w 195"/>
                <a:gd name="T17" fmla="*/ 9 h 293"/>
                <a:gd name="T18" fmla="*/ 35 w 195"/>
                <a:gd name="T19" fmla="*/ 35 h 293"/>
                <a:gd name="T20" fmla="*/ 9 w 195"/>
                <a:gd name="T21" fmla="*/ 73 h 293"/>
                <a:gd name="T22" fmla="*/ 0 w 195"/>
                <a:gd name="T23" fmla="*/ 120 h 293"/>
                <a:gd name="T24" fmla="*/ 9 w 195"/>
                <a:gd name="T25" fmla="*/ 165 h 293"/>
                <a:gd name="T26" fmla="*/ 36 w 195"/>
                <a:gd name="T27" fmla="*/ 203 h 293"/>
                <a:gd name="T28" fmla="*/ 66 w 195"/>
                <a:gd name="T29" fmla="*/ 244 h 293"/>
                <a:gd name="T30" fmla="*/ 79 w 195"/>
                <a:gd name="T31" fmla="*/ 293 h 293"/>
                <a:gd name="T32" fmla="*/ 160 w 195"/>
                <a:gd name="T33" fmla="*/ 293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95" h="293">
                  <a:moveTo>
                    <a:pt x="160" y="293"/>
                  </a:moveTo>
                  <a:lnTo>
                    <a:pt x="160" y="293"/>
                  </a:lnTo>
                  <a:cubicBezTo>
                    <a:pt x="162" y="278"/>
                    <a:pt x="165" y="264"/>
                    <a:pt x="171" y="250"/>
                  </a:cubicBezTo>
                  <a:cubicBezTo>
                    <a:pt x="177" y="237"/>
                    <a:pt x="185" y="224"/>
                    <a:pt x="195" y="213"/>
                  </a:cubicBezTo>
                  <a:lnTo>
                    <a:pt x="160" y="213"/>
                  </a:lnTo>
                  <a:lnTo>
                    <a:pt x="160" y="7"/>
                  </a:lnTo>
                  <a:cubicBezTo>
                    <a:pt x="153" y="4"/>
                    <a:pt x="147" y="2"/>
                    <a:pt x="140" y="1"/>
                  </a:cubicBezTo>
                  <a:cubicBezTo>
                    <a:pt x="133" y="0"/>
                    <a:pt x="127" y="0"/>
                    <a:pt x="120" y="0"/>
                  </a:cubicBezTo>
                  <a:cubicBezTo>
                    <a:pt x="103" y="0"/>
                    <a:pt x="88" y="3"/>
                    <a:pt x="73" y="9"/>
                  </a:cubicBezTo>
                  <a:cubicBezTo>
                    <a:pt x="59" y="15"/>
                    <a:pt x="46" y="24"/>
                    <a:pt x="35" y="35"/>
                  </a:cubicBezTo>
                  <a:cubicBezTo>
                    <a:pt x="24" y="46"/>
                    <a:pt x="16" y="58"/>
                    <a:pt x="9" y="73"/>
                  </a:cubicBezTo>
                  <a:cubicBezTo>
                    <a:pt x="3" y="87"/>
                    <a:pt x="0" y="103"/>
                    <a:pt x="0" y="120"/>
                  </a:cubicBezTo>
                  <a:cubicBezTo>
                    <a:pt x="0" y="136"/>
                    <a:pt x="3" y="151"/>
                    <a:pt x="9" y="165"/>
                  </a:cubicBezTo>
                  <a:cubicBezTo>
                    <a:pt x="15" y="179"/>
                    <a:pt x="24" y="191"/>
                    <a:pt x="36" y="203"/>
                  </a:cubicBezTo>
                  <a:cubicBezTo>
                    <a:pt x="48" y="216"/>
                    <a:pt x="58" y="230"/>
                    <a:pt x="66" y="244"/>
                  </a:cubicBezTo>
                  <a:cubicBezTo>
                    <a:pt x="73" y="259"/>
                    <a:pt x="78" y="275"/>
                    <a:pt x="79" y="293"/>
                  </a:cubicBezTo>
                  <a:lnTo>
                    <a:pt x="160" y="293"/>
                  </a:lnTo>
                  <a:close/>
                </a:path>
              </a:pathLst>
            </a:custGeom>
            <a:solidFill>
              <a:srgbClr val="C1C1C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de-DE"/>
            </a:p>
          </p:txBody>
        </p:sp>
      </p:grpSp>
      <p:grpSp>
        <p:nvGrpSpPr>
          <p:cNvPr id="103" name="Group 10">
            <a:extLst>
              <a:ext uri="{FF2B5EF4-FFF2-40B4-BE49-F238E27FC236}">
                <a16:creationId xmlns:a16="http://schemas.microsoft.com/office/drawing/2014/main" id="{EAEFFB75-BC56-439F-839D-0B3350CF13F5}"/>
              </a:ext>
            </a:extLst>
          </p:cNvPr>
          <p:cNvGrpSpPr>
            <a:grpSpLocks noChangeAspect="1"/>
          </p:cNvGrpSpPr>
          <p:nvPr/>
        </p:nvGrpSpPr>
        <p:grpSpPr bwMode="auto">
          <a:xfrm>
            <a:off x="342617" y="1617485"/>
            <a:ext cx="360000" cy="360000"/>
            <a:chOff x="658" y="328"/>
            <a:chExt cx="341" cy="341"/>
          </a:xfrm>
        </p:grpSpPr>
        <p:sp>
          <p:nvSpPr>
            <p:cNvPr id="104" name="AutoShape 9">
              <a:extLst>
                <a:ext uri="{FF2B5EF4-FFF2-40B4-BE49-F238E27FC236}">
                  <a16:creationId xmlns:a16="http://schemas.microsoft.com/office/drawing/2014/main" id="{2ACFC6BB-43F0-4EED-9308-C891C0495342}"/>
                </a:ext>
              </a:extLst>
            </p:cNvPr>
            <p:cNvSpPr>
              <a:spLocks noChangeAspect="1" noChangeArrowheads="1" noTextEdit="1"/>
            </p:cNvSpPr>
            <p:nvPr/>
          </p:nvSpPr>
          <p:spPr bwMode="auto">
            <a:xfrm>
              <a:off x="658" y="328"/>
              <a:ext cx="341" cy="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05" name="Freeform 11">
              <a:extLst>
                <a:ext uri="{FF2B5EF4-FFF2-40B4-BE49-F238E27FC236}">
                  <a16:creationId xmlns:a16="http://schemas.microsoft.com/office/drawing/2014/main" id="{751DA019-0BA5-4C48-8BD6-363144D26C5B}"/>
                </a:ext>
              </a:extLst>
            </p:cNvPr>
            <p:cNvSpPr>
              <a:spLocks/>
            </p:cNvSpPr>
            <p:nvPr/>
          </p:nvSpPr>
          <p:spPr bwMode="auto">
            <a:xfrm>
              <a:off x="697" y="575"/>
              <a:ext cx="274" cy="76"/>
            </a:xfrm>
            <a:custGeom>
              <a:avLst/>
              <a:gdLst>
                <a:gd name="T0" fmla="*/ 252 w 332"/>
                <a:gd name="T1" fmla="*/ 25 h 92"/>
                <a:gd name="T2" fmla="*/ 252 w 332"/>
                <a:gd name="T3" fmla="*/ 25 h 92"/>
                <a:gd name="T4" fmla="*/ 207 w 332"/>
                <a:gd name="T5" fmla="*/ 30 h 92"/>
                <a:gd name="T6" fmla="*/ 166 w 332"/>
                <a:gd name="T7" fmla="*/ 31 h 92"/>
                <a:gd name="T8" fmla="*/ 124 w 332"/>
                <a:gd name="T9" fmla="*/ 30 h 92"/>
                <a:gd name="T10" fmla="*/ 80 w 332"/>
                <a:gd name="T11" fmla="*/ 25 h 92"/>
                <a:gd name="T12" fmla="*/ 37 w 332"/>
                <a:gd name="T13" fmla="*/ 15 h 92"/>
                <a:gd name="T14" fmla="*/ 0 w 332"/>
                <a:gd name="T15" fmla="*/ 0 h 92"/>
                <a:gd name="T16" fmla="*/ 0 w 332"/>
                <a:gd name="T17" fmla="*/ 46 h 92"/>
                <a:gd name="T18" fmla="*/ 5 w 332"/>
                <a:gd name="T19" fmla="*/ 56 h 92"/>
                <a:gd name="T20" fmla="*/ 17 w 332"/>
                <a:gd name="T21" fmla="*/ 64 h 92"/>
                <a:gd name="T22" fmla="*/ 31 w 332"/>
                <a:gd name="T23" fmla="*/ 71 h 92"/>
                <a:gd name="T24" fmla="*/ 42 w 332"/>
                <a:gd name="T25" fmla="*/ 75 h 92"/>
                <a:gd name="T26" fmla="*/ 71 w 332"/>
                <a:gd name="T27" fmla="*/ 83 h 92"/>
                <a:gd name="T28" fmla="*/ 103 w 332"/>
                <a:gd name="T29" fmla="*/ 88 h 92"/>
                <a:gd name="T30" fmla="*/ 135 w 332"/>
                <a:gd name="T31" fmla="*/ 91 h 92"/>
                <a:gd name="T32" fmla="*/ 166 w 332"/>
                <a:gd name="T33" fmla="*/ 92 h 92"/>
                <a:gd name="T34" fmla="*/ 196 w 332"/>
                <a:gd name="T35" fmla="*/ 91 h 92"/>
                <a:gd name="T36" fmla="*/ 229 w 332"/>
                <a:gd name="T37" fmla="*/ 88 h 92"/>
                <a:gd name="T38" fmla="*/ 260 w 332"/>
                <a:gd name="T39" fmla="*/ 83 h 92"/>
                <a:gd name="T40" fmla="*/ 289 w 332"/>
                <a:gd name="T41" fmla="*/ 75 h 92"/>
                <a:gd name="T42" fmla="*/ 301 w 332"/>
                <a:gd name="T43" fmla="*/ 71 h 92"/>
                <a:gd name="T44" fmla="*/ 315 w 332"/>
                <a:gd name="T45" fmla="*/ 64 h 92"/>
                <a:gd name="T46" fmla="*/ 327 w 332"/>
                <a:gd name="T47" fmla="*/ 56 h 92"/>
                <a:gd name="T48" fmla="*/ 332 w 332"/>
                <a:gd name="T49" fmla="*/ 46 h 92"/>
                <a:gd name="T50" fmla="*/ 332 w 332"/>
                <a:gd name="T51" fmla="*/ 0 h 92"/>
                <a:gd name="T52" fmla="*/ 294 w 332"/>
                <a:gd name="T53" fmla="*/ 15 h 92"/>
                <a:gd name="T54" fmla="*/ 252 w 332"/>
                <a:gd name="T55" fmla="*/ 25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32" h="92">
                  <a:moveTo>
                    <a:pt x="252" y="25"/>
                  </a:moveTo>
                  <a:lnTo>
                    <a:pt x="252" y="25"/>
                  </a:lnTo>
                  <a:cubicBezTo>
                    <a:pt x="237" y="27"/>
                    <a:pt x="222" y="29"/>
                    <a:pt x="207" y="30"/>
                  </a:cubicBezTo>
                  <a:cubicBezTo>
                    <a:pt x="192" y="31"/>
                    <a:pt x="179" y="31"/>
                    <a:pt x="166" y="31"/>
                  </a:cubicBezTo>
                  <a:cubicBezTo>
                    <a:pt x="153" y="31"/>
                    <a:pt x="139" y="31"/>
                    <a:pt x="124" y="30"/>
                  </a:cubicBezTo>
                  <a:cubicBezTo>
                    <a:pt x="110" y="29"/>
                    <a:pt x="95" y="27"/>
                    <a:pt x="80" y="25"/>
                  </a:cubicBezTo>
                  <a:cubicBezTo>
                    <a:pt x="65" y="22"/>
                    <a:pt x="51" y="19"/>
                    <a:pt x="37" y="15"/>
                  </a:cubicBezTo>
                  <a:cubicBezTo>
                    <a:pt x="23" y="11"/>
                    <a:pt x="11" y="6"/>
                    <a:pt x="0" y="0"/>
                  </a:cubicBezTo>
                  <a:lnTo>
                    <a:pt x="0" y="46"/>
                  </a:lnTo>
                  <a:cubicBezTo>
                    <a:pt x="0" y="50"/>
                    <a:pt x="2" y="53"/>
                    <a:pt x="5" y="56"/>
                  </a:cubicBezTo>
                  <a:cubicBezTo>
                    <a:pt x="8" y="59"/>
                    <a:pt x="12" y="62"/>
                    <a:pt x="17" y="64"/>
                  </a:cubicBezTo>
                  <a:cubicBezTo>
                    <a:pt x="21" y="67"/>
                    <a:pt x="26" y="69"/>
                    <a:pt x="31" y="71"/>
                  </a:cubicBezTo>
                  <a:cubicBezTo>
                    <a:pt x="36" y="73"/>
                    <a:pt x="40" y="74"/>
                    <a:pt x="42" y="75"/>
                  </a:cubicBezTo>
                  <a:cubicBezTo>
                    <a:pt x="51" y="79"/>
                    <a:pt x="61" y="81"/>
                    <a:pt x="71" y="83"/>
                  </a:cubicBezTo>
                  <a:cubicBezTo>
                    <a:pt x="82" y="85"/>
                    <a:pt x="92" y="87"/>
                    <a:pt x="103" y="88"/>
                  </a:cubicBezTo>
                  <a:cubicBezTo>
                    <a:pt x="114" y="90"/>
                    <a:pt x="125" y="91"/>
                    <a:pt x="135" y="91"/>
                  </a:cubicBezTo>
                  <a:cubicBezTo>
                    <a:pt x="146" y="92"/>
                    <a:pt x="156" y="92"/>
                    <a:pt x="166" y="92"/>
                  </a:cubicBezTo>
                  <a:cubicBezTo>
                    <a:pt x="176" y="92"/>
                    <a:pt x="186" y="92"/>
                    <a:pt x="196" y="91"/>
                  </a:cubicBezTo>
                  <a:cubicBezTo>
                    <a:pt x="207" y="91"/>
                    <a:pt x="218" y="90"/>
                    <a:pt x="229" y="88"/>
                  </a:cubicBezTo>
                  <a:cubicBezTo>
                    <a:pt x="239" y="87"/>
                    <a:pt x="250" y="85"/>
                    <a:pt x="260" y="83"/>
                  </a:cubicBezTo>
                  <a:cubicBezTo>
                    <a:pt x="271" y="81"/>
                    <a:pt x="280" y="79"/>
                    <a:pt x="289" y="75"/>
                  </a:cubicBezTo>
                  <a:cubicBezTo>
                    <a:pt x="292" y="74"/>
                    <a:pt x="296" y="73"/>
                    <a:pt x="301" y="71"/>
                  </a:cubicBezTo>
                  <a:cubicBezTo>
                    <a:pt x="306" y="69"/>
                    <a:pt x="310" y="67"/>
                    <a:pt x="315" y="64"/>
                  </a:cubicBezTo>
                  <a:cubicBezTo>
                    <a:pt x="319" y="62"/>
                    <a:pt x="323" y="59"/>
                    <a:pt x="327" y="56"/>
                  </a:cubicBezTo>
                  <a:cubicBezTo>
                    <a:pt x="330" y="53"/>
                    <a:pt x="332" y="50"/>
                    <a:pt x="332" y="46"/>
                  </a:cubicBezTo>
                  <a:lnTo>
                    <a:pt x="332" y="0"/>
                  </a:lnTo>
                  <a:cubicBezTo>
                    <a:pt x="321" y="6"/>
                    <a:pt x="308" y="11"/>
                    <a:pt x="294" y="15"/>
                  </a:cubicBezTo>
                  <a:cubicBezTo>
                    <a:pt x="281" y="19"/>
                    <a:pt x="266" y="22"/>
                    <a:pt x="252" y="25"/>
                  </a:cubicBezTo>
                  <a:close/>
                </a:path>
              </a:pathLst>
            </a:custGeom>
            <a:solidFill>
              <a:srgbClr val="C1C1C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de-DE"/>
            </a:p>
          </p:txBody>
        </p:sp>
        <p:sp>
          <p:nvSpPr>
            <p:cNvPr id="106" name="Freeform 12">
              <a:extLst>
                <a:ext uri="{FF2B5EF4-FFF2-40B4-BE49-F238E27FC236}">
                  <a16:creationId xmlns:a16="http://schemas.microsoft.com/office/drawing/2014/main" id="{7688671F-4FA4-4224-8F25-BB92B3EEB454}"/>
                </a:ext>
              </a:extLst>
            </p:cNvPr>
            <p:cNvSpPr>
              <a:spLocks/>
            </p:cNvSpPr>
            <p:nvPr/>
          </p:nvSpPr>
          <p:spPr bwMode="auto">
            <a:xfrm>
              <a:off x="697" y="424"/>
              <a:ext cx="274" cy="76"/>
            </a:xfrm>
            <a:custGeom>
              <a:avLst/>
              <a:gdLst>
                <a:gd name="T0" fmla="*/ 252 w 332"/>
                <a:gd name="T1" fmla="*/ 25 h 92"/>
                <a:gd name="T2" fmla="*/ 252 w 332"/>
                <a:gd name="T3" fmla="*/ 25 h 92"/>
                <a:gd name="T4" fmla="*/ 207 w 332"/>
                <a:gd name="T5" fmla="*/ 30 h 92"/>
                <a:gd name="T6" fmla="*/ 166 w 332"/>
                <a:gd name="T7" fmla="*/ 31 h 92"/>
                <a:gd name="T8" fmla="*/ 124 w 332"/>
                <a:gd name="T9" fmla="*/ 30 h 92"/>
                <a:gd name="T10" fmla="*/ 80 w 332"/>
                <a:gd name="T11" fmla="*/ 25 h 92"/>
                <a:gd name="T12" fmla="*/ 37 w 332"/>
                <a:gd name="T13" fmla="*/ 15 h 92"/>
                <a:gd name="T14" fmla="*/ 0 w 332"/>
                <a:gd name="T15" fmla="*/ 0 h 92"/>
                <a:gd name="T16" fmla="*/ 0 w 332"/>
                <a:gd name="T17" fmla="*/ 46 h 92"/>
                <a:gd name="T18" fmla="*/ 5 w 332"/>
                <a:gd name="T19" fmla="*/ 56 h 92"/>
                <a:gd name="T20" fmla="*/ 17 w 332"/>
                <a:gd name="T21" fmla="*/ 64 h 92"/>
                <a:gd name="T22" fmla="*/ 31 w 332"/>
                <a:gd name="T23" fmla="*/ 71 h 92"/>
                <a:gd name="T24" fmla="*/ 42 w 332"/>
                <a:gd name="T25" fmla="*/ 75 h 92"/>
                <a:gd name="T26" fmla="*/ 72 w 332"/>
                <a:gd name="T27" fmla="*/ 83 h 92"/>
                <a:gd name="T28" fmla="*/ 103 w 332"/>
                <a:gd name="T29" fmla="*/ 88 h 92"/>
                <a:gd name="T30" fmla="*/ 135 w 332"/>
                <a:gd name="T31" fmla="*/ 91 h 92"/>
                <a:gd name="T32" fmla="*/ 166 w 332"/>
                <a:gd name="T33" fmla="*/ 92 h 92"/>
                <a:gd name="T34" fmla="*/ 197 w 332"/>
                <a:gd name="T35" fmla="*/ 91 h 92"/>
                <a:gd name="T36" fmla="*/ 228 w 332"/>
                <a:gd name="T37" fmla="*/ 88 h 92"/>
                <a:gd name="T38" fmla="*/ 260 w 332"/>
                <a:gd name="T39" fmla="*/ 83 h 92"/>
                <a:gd name="T40" fmla="*/ 289 w 332"/>
                <a:gd name="T41" fmla="*/ 75 h 92"/>
                <a:gd name="T42" fmla="*/ 301 w 332"/>
                <a:gd name="T43" fmla="*/ 71 h 92"/>
                <a:gd name="T44" fmla="*/ 315 w 332"/>
                <a:gd name="T45" fmla="*/ 64 h 92"/>
                <a:gd name="T46" fmla="*/ 327 w 332"/>
                <a:gd name="T47" fmla="*/ 56 h 92"/>
                <a:gd name="T48" fmla="*/ 332 w 332"/>
                <a:gd name="T49" fmla="*/ 46 h 92"/>
                <a:gd name="T50" fmla="*/ 332 w 332"/>
                <a:gd name="T51" fmla="*/ 0 h 92"/>
                <a:gd name="T52" fmla="*/ 295 w 332"/>
                <a:gd name="T53" fmla="*/ 15 h 92"/>
                <a:gd name="T54" fmla="*/ 252 w 332"/>
                <a:gd name="T55" fmla="*/ 25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32" h="92">
                  <a:moveTo>
                    <a:pt x="252" y="25"/>
                  </a:moveTo>
                  <a:lnTo>
                    <a:pt x="252" y="25"/>
                  </a:lnTo>
                  <a:cubicBezTo>
                    <a:pt x="237" y="27"/>
                    <a:pt x="222" y="29"/>
                    <a:pt x="207" y="30"/>
                  </a:cubicBezTo>
                  <a:cubicBezTo>
                    <a:pt x="193" y="31"/>
                    <a:pt x="179" y="31"/>
                    <a:pt x="166" y="31"/>
                  </a:cubicBezTo>
                  <a:cubicBezTo>
                    <a:pt x="153" y="31"/>
                    <a:pt x="139" y="31"/>
                    <a:pt x="124" y="30"/>
                  </a:cubicBezTo>
                  <a:cubicBezTo>
                    <a:pt x="110" y="29"/>
                    <a:pt x="95" y="27"/>
                    <a:pt x="80" y="25"/>
                  </a:cubicBezTo>
                  <a:cubicBezTo>
                    <a:pt x="65" y="22"/>
                    <a:pt x="51" y="19"/>
                    <a:pt x="37" y="15"/>
                  </a:cubicBezTo>
                  <a:cubicBezTo>
                    <a:pt x="23" y="11"/>
                    <a:pt x="11" y="6"/>
                    <a:pt x="0" y="0"/>
                  </a:cubicBezTo>
                  <a:lnTo>
                    <a:pt x="0" y="46"/>
                  </a:lnTo>
                  <a:cubicBezTo>
                    <a:pt x="0" y="50"/>
                    <a:pt x="2" y="53"/>
                    <a:pt x="5" y="56"/>
                  </a:cubicBezTo>
                  <a:cubicBezTo>
                    <a:pt x="8" y="59"/>
                    <a:pt x="12" y="62"/>
                    <a:pt x="17" y="64"/>
                  </a:cubicBezTo>
                  <a:cubicBezTo>
                    <a:pt x="21" y="67"/>
                    <a:pt x="26" y="69"/>
                    <a:pt x="31" y="71"/>
                  </a:cubicBezTo>
                  <a:cubicBezTo>
                    <a:pt x="36" y="73"/>
                    <a:pt x="40" y="75"/>
                    <a:pt x="42" y="75"/>
                  </a:cubicBezTo>
                  <a:cubicBezTo>
                    <a:pt x="52" y="79"/>
                    <a:pt x="61" y="81"/>
                    <a:pt x="72" y="83"/>
                  </a:cubicBezTo>
                  <a:cubicBezTo>
                    <a:pt x="82" y="85"/>
                    <a:pt x="93" y="87"/>
                    <a:pt x="103" y="88"/>
                  </a:cubicBezTo>
                  <a:cubicBezTo>
                    <a:pt x="114" y="90"/>
                    <a:pt x="125" y="91"/>
                    <a:pt x="135" y="91"/>
                  </a:cubicBezTo>
                  <a:cubicBezTo>
                    <a:pt x="146" y="92"/>
                    <a:pt x="156" y="92"/>
                    <a:pt x="166" y="92"/>
                  </a:cubicBezTo>
                  <a:cubicBezTo>
                    <a:pt x="176" y="92"/>
                    <a:pt x="186" y="92"/>
                    <a:pt x="197" y="91"/>
                  </a:cubicBezTo>
                  <a:cubicBezTo>
                    <a:pt x="207" y="91"/>
                    <a:pt x="218" y="90"/>
                    <a:pt x="228" y="88"/>
                  </a:cubicBezTo>
                  <a:cubicBezTo>
                    <a:pt x="239" y="87"/>
                    <a:pt x="250" y="85"/>
                    <a:pt x="260" y="83"/>
                  </a:cubicBezTo>
                  <a:cubicBezTo>
                    <a:pt x="270" y="81"/>
                    <a:pt x="280" y="79"/>
                    <a:pt x="289" y="75"/>
                  </a:cubicBezTo>
                  <a:cubicBezTo>
                    <a:pt x="292" y="75"/>
                    <a:pt x="296" y="73"/>
                    <a:pt x="301" y="71"/>
                  </a:cubicBezTo>
                  <a:cubicBezTo>
                    <a:pt x="306" y="69"/>
                    <a:pt x="310" y="67"/>
                    <a:pt x="315" y="64"/>
                  </a:cubicBezTo>
                  <a:cubicBezTo>
                    <a:pt x="319" y="62"/>
                    <a:pt x="323" y="59"/>
                    <a:pt x="327" y="56"/>
                  </a:cubicBezTo>
                  <a:cubicBezTo>
                    <a:pt x="330" y="53"/>
                    <a:pt x="332" y="50"/>
                    <a:pt x="332" y="46"/>
                  </a:cubicBezTo>
                  <a:lnTo>
                    <a:pt x="332" y="0"/>
                  </a:lnTo>
                  <a:cubicBezTo>
                    <a:pt x="321" y="6"/>
                    <a:pt x="308" y="11"/>
                    <a:pt x="295" y="15"/>
                  </a:cubicBezTo>
                  <a:cubicBezTo>
                    <a:pt x="281" y="19"/>
                    <a:pt x="267" y="22"/>
                    <a:pt x="252" y="25"/>
                  </a:cubicBezTo>
                  <a:close/>
                </a:path>
              </a:pathLst>
            </a:custGeom>
            <a:solidFill>
              <a:srgbClr val="D1D1D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de-DE"/>
            </a:p>
          </p:txBody>
        </p:sp>
        <p:sp>
          <p:nvSpPr>
            <p:cNvPr id="107" name="Freeform 13">
              <a:extLst>
                <a:ext uri="{FF2B5EF4-FFF2-40B4-BE49-F238E27FC236}">
                  <a16:creationId xmlns:a16="http://schemas.microsoft.com/office/drawing/2014/main" id="{505A89E6-4A4A-4E4B-AA2F-328F0A8A54BF}"/>
                </a:ext>
              </a:extLst>
            </p:cNvPr>
            <p:cNvSpPr>
              <a:spLocks/>
            </p:cNvSpPr>
            <p:nvPr/>
          </p:nvSpPr>
          <p:spPr bwMode="auto">
            <a:xfrm>
              <a:off x="697" y="349"/>
              <a:ext cx="274" cy="76"/>
            </a:xfrm>
            <a:custGeom>
              <a:avLst/>
              <a:gdLst>
                <a:gd name="T0" fmla="*/ 315 w 332"/>
                <a:gd name="T1" fmla="*/ 28 h 92"/>
                <a:gd name="T2" fmla="*/ 315 w 332"/>
                <a:gd name="T3" fmla="*/ 28 h 92"/>
                <a:gd name="T4" fmla="*/ 301 w 332"/>
                <a:gd name="T5" fmla="*/ 21 h 92"/>
                <a:gd name="T6" fmla="*/ 289 w 332"/>
                <a:gd name="T7" fmla="*/ 17 h 92"/>
                <a:gd name="T8" fmla="*/ 260 w 332"/>
                <a:gd name="T9" fmla="*/ 9 h 92"/>
                <a:gd name="T10" fmla="*/ 228 w 332"/>
                <a:gd name="T11" fmla="*/ 4 h 92"/>
                <a:gd name="T12" fmla="*/ 196 w 332"/>
                <a:gd name="T13" fmla="*/ 1 h 92"/>
                <a:gd name="T14" fmla="*/ 166 w 332"/>
                <a:gd name="T15" fmla="*/ 0 h 92"/>
                <a:gd name="T16" fmla="*/ 135 w 332"/>
                <a:gd name="T17" fmla="*/ 1 h 92"/>
                <a:gd name="T18" fmla="*/ 103 w 332"/>
                <a:gd name="T19" fmla="*/ 4 h 92"/>
                <a:gd name="T20" fmla="*/ 72 w 332"/>
                <a:gd name="T21" fmla="*/ 9 h 92"/>
                <a:gd name="T22" fmla="*/ 42 w 332"/>
                <a:gd name="T23" fmla="*/ 17 h 92"/>
                <a:gd name="T24" fmla="*/ 31 w 332"/>
                <a:gd name="T25" fmla="*/ 21 h 92"/>
                <a:gd name="T26" fmla="*/ 17 w 332"/>
                <a:gd name="T27" fmla="*/ 28 h 92"/>
                <a:gd name="T28" fmla="*/ 5 w 332"/>
                <a:gd name="T29" fmla="*/ 37 h 92"/>
                <a:gd name="T30" fmla="*/ 0 w 332"/>
                <a:gd name="T31" fmla="*/ 46 h 92"/>
                <a:gd name="T32" fmla="*/ 1 w 332"/>
                <a:gd name="T33" fmla="*/ 50 h 92"/>
                <a:gd name="T34" fmla="*/ 3 w 332"/>
                <a:gd name="T35" fmla="*/ 53 h 92"/>
                <a:gd name="T36" fmla="*/ 21 w 332"/>
                <a:gd name="T37" fmla="*/ 66 h 92"/>
                <a:gd name="T38" fmla="*/ 46 w 332"/>
                <a:gd name="T39" fmla="*/ 76 h 92"/>
                <a:gd name="T40" fmla="*/ 77 w 332"/>
                <a:gd name="T41" fmla="*/ 84 h 92"/>
                <a:gd name="T42" fmla="*/ 109 w 332"/>
                <a:gd name="T43" fmla="*/ 88 h 92"/>
                <a:gd name="T44" fmla="*/ 140 w 332"/>
                <a:gd name="T45" fmla="*/ 91 h 92"/>
                <a:gd name="T46" fmla="*/ 166 w 332"/>
                <a:gd name="T47" fmla="*/ 92 h 92"/>
                <a:gd name="T48" fmla="*/ 192 w 332"/>
                <a:gd name="T49" fmla="*/ 91 h 92"/>
                <a:gd name="T50" fmla="*/ 223 w 332"/>
                <a:gd name="T51" fmla="*/ 88 h 92"/>
                <a:gd name="T52" fmla="*/ 255 w 332"/>
                <a:gd name="T53" fmla="*/ 84 h 92"/>
                <a:gd name="T54" fmla="*/ 285 w 332"/>
                <a:gd name="T55" fmla="*/ 76 h 92"/>
                <a:gd name="T56" fmla="*/ 311 w 332"/>
                <a:gd name="T57" fmla="*/ 66 h 92"/>
                <a:gd name="T58" fmla="*/ 328 w 332"/>
                <a:gd name="T59" fmla="*/ 53 h 92"/>
                <a:gd name="T60" fmla="*/ 331 w 332"/>
                <a:gd name="T61" fmla="*/ 50 h 92"/>
                <a:gd name="T62" fmla="*/ 332 w 332"/>
                <a:gd name="T63" fmla="*/ 46 h 92"/>
                <a:gd name="T64" fmla="*/ 327 w 332"/>
                <a:gd name="T65" fmla="*/ 37 h 92"/>
                <a:gd name="T66" fmla="*/ 315 w 332"/>
                <a:gd name="T67" fmla="*/ 28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32" h="92">
                  <a:moveTo>
                    <a:pt x="315" y="28"/>
                  </a:moveTo>
                  <a:lnTo>
                    <a:pt x="315" y="28"/>
                  </a:lnTo>
                  <a:cubicBezTo>
                    <a:pt x="310" y="26"/>
                    <a:pt x="306" y="23"/>
                    <a:pt x="301" y="21"/>
                  </a:cubicBezTo>
                  <a:cubicBezTo>
                    <a:pt x="296" y="19"/>
                    <a:pt x="292" y="18"/>
                    <a:pt x="289" y="17"/>
                  </a:cubicBezTo>
                  <a:cubicBezTo>
                    <a:pt x="280" y="14"/>
                    <a:pt x="270" y="11"/>
                    <a:pt x="260" y="9"/>
                  </a:cubicBezTo>
                  <a:cubicBezTo>
                    <a:pt x="250" y="7"/>
                    <a:pt x="239" y="5"/>
                    <a:pt x="228" y="4"/>
                  </a:cubicBezTo>
                  <a:cubicBezTo>
                    <a:pt x="218" y="3"/>
                    <a:pt x="207" y="2"/>
                    <a:pt x="196" y="1"/>
                  </a:cubicBezTo>
                  <a:cubicBezTo>
                    <a:pt x="186" y="1"/>
                    <a:pt x="176" y="0"/>
                    <a:pt x="166" y="0"/>
                  </a:cubicBezTo>
                  <a:cubicBezTo>
                    <a:pt x="156" y="0"/>
                    <a:pt x="146" y="1"/>
                    <a:pt x="135" y="1"/>
                  </a:cubicBezTo>
                  <a:cubicBezTo>
                    <a:pt x="125" y="2"/>
                    <a:pt x="114" y="3"/>
                    <a:pt x="103" y="4"/>
                  </a:cubicBezTo>
                  <a:cubicBezTo>
                    <a:pt x="93" y="5"/>
                    <a:pt x="82" y="7"/>
                    <a:pt x="72" y="9"/>
                  </a:cubicBezTo>
                  <a:cubicBezTo>
                    <a:pt x="61" y="11"/>
                    <a:pt x="52" y="14"/>
                    <a:pt x="42" y="17"/>
                  </a:cubicBezTo>
                  <a:cubicBezTo>
                    <a:pt x="40" y="18"/>
                    <a:pt x="36" y="19"/>
                    <a:pt x="31" y="21"/>
                  </a:cubicBezTo>
                  <a:cubicBezTo>
                    <a:pt x="26" y="23"/>
                    <a:pt x="21" y="26"/>
                    <a:pt x="17" y="28"/>
                  </a:cubicBezTo>
                  <a:cubicBezTo>
                    <a:pt x="12" y="31"/>
                    <a:pt x="8" y="34"/>
                    <a:pt x="5" y="37"/>
                  </a:cubicBezTo>
                  <a:cubicBezTo>
                    <a:pt x="2" y="40"/>
                    <a:pt x="0" y="43"/>
                    <a:pt x="0" y="46"/>
                  </a:cubicBezTo>
                  <a:cubicBezTo>
                    <a:pt x="0" y="47"/>
                    <a:pt x="0" y="48"/>
                    <a:pt x="1" y="50"/>
                  </a:cubicBezTo>
                  <a:cubicBezTo>
                    <a:pt x="2" y="51"/>
                    <a:pt x="2" y="52"/>
                    <a:pt x="3" y="53"/>
                  </a:cubicBezTo>
                  <a:cubicBezTo>
                    <a:pt x="7" y="58"/>
                    <a:pt x="13" y="62"/>
                    <a:pt x="21" y="66"/>
                  </a:cubicBezTo>
                  <a:cubicBezTo>
                    <a:pt x="28" y="70"/>
                    <a:pt x="37" y="73"/>
                    <a:pt x="46" y="76"/>
                  </a:cubicBezTo>
                  <a:cubicBezTo>
                    <a:pt x="56" y="79"/>
                    <a:pt x="66" y="82"/>
                    <a:pt x="77" y="84"/>
                  </a:cubicBezTo>
                  <a:cubicBezTo>
                    <a:pt x="87" y="86"/>
                    <a:pt x="98" y="87"/>
                    <a:pt x="109" y="88"/>
                  </a:cubicBezTo>
                  <a:cubicBezTo>
                    <a:pt x="120" y="89"/>
                    <a:pt x="130" y="90"/>
                    <a:pt x="140" y="91"/>
                  </a:cubicBezTo>
                  <a:cubicBezTo>
                    <a:pt x="149" y="91"/>
                    <a:pt x="158" y="92"/>
                    <a:pt x="166" y="92"/>
                  </a:cubicBezTo>
                  <a:cubicBezTo>
                    <a:pt x="173" y="92"/>
                    <a:pt x="182" y="91"/>
                    <a:pt x="192" y="91"/>
                  </a:cubicBezTo>
                  <a:cubicBezTo>
                    <a:pt x="202" y="90"/>
                    <a:pt x="212" y="89"/>
                    <a:pt x="223" y="88"/>
                  </a:cubicBezTo>
                  <a:cubicBezTo>
                    <a:pt x="234" y="87"/>
                    <a:pt x="244" y="86"/>
                    <a:pt x="255" y="84"/>
                  </a:cubicBezTo>
                  <a:cubicBezTo>
                    <a:pt x="266" y="82"/>
                    <a:pt x="276" y="79"/>
                    <a:pt x="285" y="76"/>
                  </a:cubicBezTo>
                  <a:cubicBezTo>
                    <a:pt x="295" y="73"/>
                    <a:pt x="303" y="70"/>
                    <a:pt x="311" y="66"/>
                  </a:cubicBezTo>
                  <a:cubicBezTo>
                    <a:pt x="319" y="62"/>
                    <a:pt x="324" y="58"/>
                    <a:pt x="328" y="53"/>
                  </a:cubicBezTo>
                  <a:cubicBezTo>
                    <a:pt x="329" y="52"/>
                    <a:pt x="330" y="51"/>
                    <a:pt x="331" y="50"/>
                  </a:cubicBezTo>
                  <a:cubicBezTo>
                    <a:pt x="331" y="48"/>
                    <a:pt x="332" y="47"/>
                    <a:pt x="332" y="46"/>
                  </a:cubicBezTo>
                  <a:cubicBezTo>
                    <a:pt x="332" y="43"/>
                    <a:pt x="330" y="40"/>
                    <a:pt x="327" y="37"/>
                  </a:cubicBezTo>
                  <a:cubicBezTo>
                    <a:pt x="323" y="34"/>
                    <a:pt x="319" y="31"/>
                    <a:pt x="315" y="28"/>
                  </a:cubicBezTo>
                  <a:close/>
                </a:path>
              </a:pathLst>
            </a:custGeom>
            <a:solidFill>
              <a:srgbClr val="2F2F2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de-DE"/>
            </a:p>
          </p:txBody>
        </p:sp>
        <p:sp>
          <p:nvSpPr>
            <p:cNvPr id="108" name="Freeform 14">
              <a:extLst>
                <a:ext uri="{FF2B5EF4-FFF2-40B4-BE49-F238E27FC236}">
                  <a16:creationId xmlns:a16="http://schemas.microsoft.com/office/drawing/2014/main" id="{F573668A-F239-40E6-A68E-01CBE6687D2B}"/>
                </a:ext>
              </a:extLst>
            </p:cNvPr>
            <p:cNvSpPr>
              <a:spLocks/>
            </p:cNvSpPr>
            <p:nvPr/>
          </p:nvSpPr>
          <p:spPr bwMode="auto">
            <a:xfrm>
              <a:off x="697" y="500"/>
              <a:ext cx="274" cy="76"/>
            </a:xfrm>
            <a:custGeom>
              <a:avLst/>
              <a:gdLst>
                <a:gd name="T0" fmla="*/ 252 w 332"/>
                <a:gd name="T1" fmla="*/ 24 h 92"/>
                <a:gd name="T2" fmla="*/ 252 w 332"/>
                <a:gd name="T3" fmla="*/ 24 h 92"/>
                <a:gd name="T4" fmla="*/ 207 w 332"/>
                <a:gd name="T5" fmla="*/ 29 h 92"/>
                <a:gd name="T6" fmla="*/ 166 w 332"/>
                <a:gd name="T7" fmla="*/ 31 h 92"/>
                <a:gd name="T8" fmla="*/ 124 w 332"/>
                <a:gd name="T9" fmla="*/ 29 h 92"/>
                <a:gd name="T10" fmla="*/ 80 w 332"/>
                <a:gd name="T11" fmla="*/ 24 h 92"/>
                <a:gd name="T12" fmla="*/ 37 w 332"/>
                <a:gd name="T13" fmla="*/ 15 h 92"/>
                <a:gd name="T14" fmla="*/ 0 w 332"/>
                <a:gd name="T15" fmla="*/ 0 h 92"/>
                <a:gd name="T16" fmla="*/ 0 w 332"/>
                <a:gd name="T17" fmla="*/ 46 h 92"/>
                <a:gd name="T18" fmla="*/ 5 w 332"/>
                <a:gd name="T19" fmla="*/ 55 h 92"/>
                <a:gd name="T20" fmla="*/ 17 w 332"/>
                <a:gd name="T21" fmla="*/ 64 h 92"/>
                <a:gd name="T22" fmla="*/ 31 w 332"/>
                <a:gd name="T23" fmla="*/ 71 h 92"/>
                <a:gd name="T24" fmla="*/ 42 w 332"/>
                <a:gd name="T25" fmla="*/ 75 h 92"/>
                <a:gd name="T26" fmla="*/ 71 w 332"/>
                <a:gd name="T27" fmla="*/ 83 h 92"/>
                <a:gd name="T28" fmla="*/ 103 w 332"/>
                <a:gd name="T29" fmla="*/ 88 h 92"/>
                <a:gd name="T30" fmla="*/ 135 w 332"/>
                <a:gd name="T31" fmla="*/ 91 h 92"/>
                <a:gd name="T32" fmla="*/ 166 w 332"/>
                <a:gd name="T33" fmla="*/ 92 h 92"/>
                <a:gd name="T34" fmla="*/ 196 w 332"/>
                <a:gd name="T35" fmla="*/ 91 h 92"/>
                <a:gd name="T36" fmla="*/ 229 w 332"/>
                <a:gd name="T37" fmla="*/ 88 h 92"/>
                <a:gd name="T38" fmla="*/ 260 w 332"/>
                <a:gd name="T39" fmla="*/ 83 h 92"/>
                <a:gd name="T40" fmla="*/ 289 w 332"/>
                <a:gd name="T41" fmla="*/ 75 h 92"/>
                <a:gd name="T42" fmla="*/ 301 w 332"/>
                <a:gd name="T43" fmla="*/ 71 h 92"/>
                <a:gd name="T44" fmla="*/ 315 w 332"/>
                <a:gd name="T45" fmla="*/ 64 h 92"/>
                <a:gd name="T46" fmla="*/ 327 w 332"/>
                <a:gd name="T47" fmla="*/ 55 h 92"/>
                <a:gd name="T48" fmla="*/ 332 w 332"/>
                <a:gd name="T49" fmla="*/ 46 h 92"/>
                <a:gd name="T50" fmla="*/ 332 w 332"/>
                <a:gd name="T51" fmla="*/ 0 h 92"/>
                <a:gd name="T52" fmla="*/ 294 w 332"/>
                <a:gd name="T53" fmla="*/ 15 h 92"/>
                <a:gd name="T54" fmla="*/ 252 w 332"/>
                <a:gd name="T55" fmla="*/ 24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32" h="92">
                  <a:moveTo>
                    <a:pt x="252" y="24"/>
                  </a:moveTo>
                  <a:lnTo>
                    <a:pt x="252" y="24"/>
                  </a:lnTo>
                  <a:cubicBezTo>
                    <a:pt x="237" y="27"/>
                    <a:pt x="222" y="28"/>
                    <a:pt x="207" y="29"/>
                  </a:cubicBezTo>
                  <a:cubicBezTo>
                    <a:pt x="192" y="30"/>
                    <a:pt x="179" y="31"/>
                    <a:pt x="166" y="31"/>
                  </a:cubicBezTo>
                  <a:cubicBezTo>
                    <a:pt x="153" y="31"/>
                    <a:pt x="139" y="30"/>
                    <a:pt x="124" y="29"/>
                  </a:cubicBezTo>
                  <a:cubicBezTo>
                    <a:pt x="110" y="28"/>
                    <a:pt x="95" y="27"/>
                    <a:pt x="80" y="24"/>
                  </a:cubicBezTo>
                  <a:cubicBezTo>
                    <a:pt x="65" y="22"/>
                    <a:pt x="51" y="19"/>
                    <a:pt x="37" y="15"/>
                  </a:cubicBezTo>
                  <a:cubicBezTo>
                    <a:pt x="23" y="11"/>
                    <a:pt x="11" y="6"/>
                    <a:pt x="0" y="0"/>
                  </a:cubicBezTo>
                  <a:lnTo>
                    <a:pt x="0" y="46"/>
                  </a:lnTo>
                  <a:cubicBezTo>
                    <a:pt x="0" y="49"/>
                    <a:pt x="2" y="52"/>
                    <a:pt x="5" y="55"/>
                  </a:cubicBezTo>
                  <a:cubicBezTo>
                    <a:pt x="8" y="58"/>
                    <a:pt x="12" y="61"/>
                    <a:pt x="17" y="64"/>
                  </a:cubicBezTo>
                  <a:cubicBezTo>
                    <a:pt x="21" y="66"/>
                    <a:pt x="26" y="69"/>
                    <a:pt x="31" y="71"/>
                  </a:cubicBezTo>
                  <a:cubicBezTo>
                    <a:pt x="36" y="73"/>
                    <a:pt x="40" y="74"/>
                    <a:pt x="42" y="75"/>
                  </a:cubicBezTo>
                  <a:cubicBezTo>
                    <a:pt x="51" y="78"/>
                    <a:pt x="61" y="81"/>
                    <a:pt x="71" y="83"/>
                  </a:cubicBezTo>
                  <a:cubicBezTo>
                    <a:pt x="82" y="85"/>
                    <a:pt x="92" y="87"/>
                    <a:pt x="103" y="88"/>
                  </a:cubicBezTo>
                  <a:cubicBezTo>
                    <a:pt x="114" y="89"/>
                    <a:pt x="125" y="90"/>
                    <a:pt x="135" y="91"/>
                  </a:cubicBezTo>
                  <a:cubicBezTo>
                    <a:pt x="146" y="91"/>
                    <a:pt x="156" y="92"/>
                    <a:pt x="166" y="92"/>
                  </a:cubicBezTo>
                  <a:cubicBezTo>
                    <a:pt x="176" y="92"/>
                    <a:pt x="186" y="91"/>
                    <a:pt x="196" y="91"/>
                  </a:cubicBezTo>
                  <a:cubicBezTo>
                    <a:pt x="207" y="90"/>
                    <a:pt x="218" y="89"/>
                    <a:pt x="229" y="88"/>
                  </a:cubicBezTo>
                  <a:cubicBezTo>
                    <a:pt x="239" y="87"/>
                    <a:pt x="250" y="85"/>
                    <a:pt x="260" y="83"/>
                  </a:cubicBezTo>
                  <a:cubicBezTo>
                    <a:pt x="271" y="81"/>
                    <a:pt x="280" y="78"/>
                    <a:pt x="289" y="75"/>
                  </a:cubicBezTo>
                  <a:cubicBezTo>
                    <a:pt x="292" y="74"/>
                    <a:pt x="296" y="73"/>
                    <a:pt x="301" y="71"/>
                  </a:cubicBezTo>
                  <a:cubicBezTo>
                    <a:pt x="306" y="69"/>
                    <a:pt x="310" y="66"/>
                    <a:pt x="315" y="64"/>
                  </a:cubicBezTo>
                  <a:cubicBezTo>
                    <a:pt x="319" y="61"/>
                    <a:pt x="323" y="58"/>
                    <a:pt x="327" y="55"/>
                  </a:cubicBezTo>
                  <a:cubicBezTo>
                    <a:pt x="330" y="52"/>
                    <a:pt x="332" y="49"/>
                    <a:pt x="332" y="46"/>
                  </a:cubicBezTo>
                  <a:lnTo>
                    <a:pt x="332" y="0"/>
                  </a:lnTo>
                  <a:cubicBezTo>
                    <a:pt x="321" y="6"/>
                    <a:pt x="308" y="11"/>
                    <a:pt x="294" y="15"/>
                  </a:cubicBezTo>
                  <a:cubicBezTo>
                    <a:pt x="281" y="19"/>
                    <a:pt x="266" y="22"/>
                    <a:pt x="252" y="24"/>
                  </a:cubicBezTo>
                  <a:close/>
                </a:path>
              </a:pathLst>
            </a:custGeom>
            <a:solidFill>
              <a:srgbClr val="ED1A3B"/>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de-DE"/>
            </a:p>
          </p:txBody>
        </p:sp>
      </p:grpSp>
    </p:spTree>
    <p:extLst>
      <p:ext uri="{BB962C8B-B14F-4D97-AF65-F5344CB8AC3E}">
        <p14:creationId xmlns:p14="http://schemas.microsoft.com/office/powerpoint/2010/main" val="32239829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A60125F6-6141-4258-A0BA-AF2E7F801235}"/>
              </a:ext>
            </a:extLst>
          </p:cNvPr>
          <p:cNvSpPr>
            <a:spLocks noGrp="1"/>
          </p:cNvSpPr>
          <p:nvPr>
            <p:ph type="body" sz="quarter" idx="15"/>
          </p:nvPr>
        </p:nvSpPr>
        <p:spPr/>
        <p:txBody>
          <a:bodyPr/>
          <a:lstStyle/>
          <a:p>
            <a:r>
              <a:rPr lang="de-DE" dirty="0"/>
              <a:t>Data Governance</a:t>
            </a:r>
          </a:p>
        </p:txBody>
      </p:sp>
      <p:sp>
        <p:nvSpPr>
          <p:cNvPr id="3" name="Titel 2">
            <a:extLst>
              <a:ext uri="{FF2B5EF4-FFF2-40B4-BE49-F238E27FC236}">
                <a16:creationId xmlns:a16="http://schemas.microsoft.com/office/drawing/2014/main" id="{0D13D416-5D2A-4209-85B8-AEE30BC8B8E9}"/>
              </a:ext>
            </a:extLst>
          </p:cNvPr>
          <p:cNvSpPr>
            <a:spLocks noGrp="1"/>
          </p:cNvSpPr>
          <p:nvPr>
            <p:ph type="title"/>
          </p:nvPr>
        </p:nvSpPr>
        <p:spPr/>
        <p:txBody>
          <a:bodyPr/>
          <a:lstStyle/>
          <a:p>
            <a:r>
              <a:rPr lang="de-DE" dirty="0"/>
              <a:t>Azure &amp; Microsoft 365</a:t>
            </a:r>
          </a:p>
        </p:txBody>
      </p:sp>
      <p:pic>
        <p:nvPicPr>
          <p:cNvPr id="5" name="Picture 64" descr="A person that is standing in the water&#10;&#10;Description automatically generated">
            <a:extLst>
              <a:ext uri="{FF2B5EF4-FFF2-40B4-BE49-F238E27FC236}">
                <a16:creationId xmlns:a16="http://schemas.microsoft.com/office/drawing/2014/main" id="{5F671346-D05F-4214-9D22-9E5928057249}"/>
              </a:ext>
            </a:extLst>
          </p:cNvPr>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a:xfrm>
            <a:off x="5283975" y="0"/>
            <a:ext cx="3861573" cy="1545495"/>
          </a:xfrm>
          <a:custGeom>
            <a:avLst/>
            <a:gdLst>
              <a:gd name="connsiteX0" fmla="*/ 767624 w 4141454"/>
              <a:gd name="connsiteY0" fmla="*/ 0 h 1657510"/>
              <a:gd name="connsiteX1" fmla="*/ 4141454 w 4141454"/>
              <a:gd name="connsiteY1" fmla="*/ 0 h 1657510"/>
              <a:gd name="connsiteX2" fmla="*/ 4141454 w 4141454"/>
              <a:gd name="connsiteY2" fmla="*/ 1160721 h 1657510"/>
              <a:gd name="connsiteX3" fmla="*/ 3921690 w 4141454"/>
              <a:gd name="connsiteY3" fmla="*/ 1160721 h 1657510"/>
              <a:gd name="connsiteX4" fmla="*/ 3921690 w 4141454"/>
              <a:gd name="connsiteY4" fmla="*/ 1434651 h 1657510"/>
              <a:gd name="connsiteX5" fmla="*/ 3739071 w 4141454"/>
              <a:gd name="connsiteY5" fmla="*/ 1434651 h 1657510"/>
              <a:gd name="connsiteX6" fmla="*/ 3739071 w 4141454"/>
              <a:gd name="connsiteY6" fmla="*/ 1634295 h 1657510"/>
              <a:gd name="connsiteX7" fmla="*/ 3536331 w 4141454"/>
              <a:gd name="connsiteY7" fmla="*/ 1634295 h 1657510"/>
              <a:gd name="connsiteX8" fmla="*/ 3536331 w 4141454"/>
              <a:gd name="connsiteY8" fmla="*/ 1434651 h 1657510"/>
              <a:gd name="connsiteX9" fmla="*/ 3536331 w 4141454"/>
              <a:gd name="connsiteY9" fmla="*/ 1431556 h 1657510"/>
              <a:gd name="connsiteX10" fmla="*/ 3536331 w 4141454"/>
              <a:gd name="connsiteY10" fmla="*/ 1160721 h 1657510"/>
              <a:gd name="connsiteX11" fmla="*/ 3367639 w 4141454"/>
              <a:gd name="connsiteY11" fmla="*/ 1160721 h 1657510"/>
              <a:gd name="connsiteX12" fmla="*/ 3367639 w 4141454"/>
              <a:gd name="connsiteY12" fmla="*/ 1360365 h 1657510"/>
              <a:gd name="connsiteX13" fmla="*/ 2890970 w 4141454"/>
              <a:gd name="connsiteY13" fmla="*/ 1360365 h 1657510"/>
              <a:gd name="connsiteX14" fmla="*/ 2890970 w 4141454"/>
              <a:gd name="connsiteY14" fmla="*/ 1454770 h 1657510"/>
              <a:gd name="connsiteX15" fmla="*/ 3093709 w 4141454"/>
              <a:gd name="connsiteY15" fmla="*/ 1454770 h 1657510"/>
              <a:gd name="connsiteX16" fmla="*/ 3093709 w 4141454"/>
              <a:gd name="connsiteY16" fmla="*/ 1657510 h 1657510"/>
              <a:gd name="connsiteX17" fmla="*/ 2890970 w 4141454"/>
              <a:gd name="connsiteY17" fmla="*/ 1657510 h 1657510"/>
              <a:gd name="connsiteX18" fmla="*/ 2890970 w 4141454"/>
              <a:gd name="connsiteY18" fmla="*/ 1563104 h 1657510"/>
              <a:gd name="connsiteX19" fmla="*/ 2688231 w 4141454"/>
              <a:gd name="connsiteY19" fmla="*/ 1563104 h 1657510"/>
              <a:gd name="connsiteX20" fmla="*/ 2688231 w 4141454"/>
              <a:gd name="connsiteY20" fmla="*/ 1360365 h 1657510"/>
              <a:gd name="connsiteX21" fmla="*/ 2688231 w 4141454"/>
              <a:gd name="connsiteY21" fmla="*/ 1160721 h 1657510"/>
              <a:gd name="connsiteX22" fmla="*/ 2374062 w 4141454"/>
              <a:gd name="connsiteY22" fmla="*/ 1160721 h 1657510"/>
              <a:gd name="connsiteX23" fmla="*/ 2374062 w 4141454"/>
              <a:gd name="connsiteY23" fmla="*/ 1279888 h 1657510"/>
              <a:gd name="connsiteX24" fmla="*/ 2519539 w 4141454"/>
              <a:gd name="connsiteY24" fmla="*/ 1279888 h 1657510"/>
              <a:gd name="connsiteX25" fmla="*/ 2519539 w 4141454"/>
              <a:gd name="connsiteY25" fmla="*/ 1484175 h 1657510"/>
              <a:gd name="connsiteX26" fmla="*/ 2316800 w 4141454"/>
              <a:gd name="connsiteY26" fmla="*/ 1484175 h 1657510"/>
              <a:gd name="connsiteX27" fmla="*/ 2316800 w 4141454"/>
              <a:gd name="connsiteY27" fmla="*/ 1365008 h 1657510"/>
              <a:gd name="connsiteX28" fmla="*/ 2171323 w 4141454"/>
              <a:gd name="connsiteY28" fmla="*/ 1365008 h 1657510"/>
              <a:gd name="connsiteX29" fmla="*/ 2171323 w 4141454"/>
              <a:gd name="connsiteY29" fmla="*/ 1160721 h 1657510"/>
              <a:gd name="connsiteX30" fmla="*/ 2045965 w 4141454"/>
              <a:gd name="connsiteY30" fmla="*/ 1160721 h 1657510"/>
              <a:gd name="connsiteX31" fmla="*/ 2045965 w 4141454"/>
              <a:gd name="connsiteY31" fmla="*/ 1382032 h 1657510"/>
              <a:gd name="connsiteX32" fmla="*/ 2045965 w 4141454"/>
              <a:gd name="connsiteY32" fmla="*/ 1397508 h 1657510"/>
              <a:gd name="connsiteX33" fmla="*/ 2045965 w 4141454"/>
              <a:gd name="connsiteY33" fmla="*/ 1584771 h 1657510"/>
              <a:gd name="connsiteX34" fmla="*/ 1843225 w 4141454"/>
              <a:gd name="connsiteY34" fmla="*/ 1584771 h 1657510"/>
              <a:gd name="connsiteX35" fmla="*/ 1843225 w 4141454"/>
              <a:gd name="connsiteY35" fmla="*/ 1397508 h 1657510"/>
              <a:gd name="connsiteX36" fmla="*/ 1162269 w 4141454"/>
              <a:gd name="connsiteY36" fmla="*/ 1397508 h 1657510"/>
              <a:gd name="connsiteX37" fmla="*/ 1162269 w 4141454"/>
              <a:gd name="connsiteY37" fmla="*/ 1160721 h 1657510"/>
              <a:gd name="connsiteX38" fmla="*/ 1036911 w 4141454"/>
              <a:gd name="connsiteY38" fmla="*/ 1160721 h 1657510"/>
              <a:gd name="connsiteX39" fmla="*/ 1036911 w 4141454"/>
              <a:gd name="connsiteY39" fmla="*/ 1320127 h 1657510"/>
              <a:gd name="connsiteX40" fmla="*/ 642266 w 4141454"/>
              <a:gd name="connsiteY40" fmla="*/ 1320127 h 1657510"/>
              <a:gd name="connsiteX41" fmla="*/ 642266 w 4141454"/>
              <a:gd name="connsiteY41" fmla="*/ 866672 h 1657510"/>
              <a:gd name="connsiteX42" fmla="*/ 332740 w 4141454"/>
              <a:gd name="connsiteY42" fmla="*/ 866672 h 1657510"/>
              <a:gd name="connsiteX43" fmla="*/ 332740 w 4141454"/>
              <a:gd name="connsiteY43" fmla="*/ 1038458 h 1657510"/>
              <a:gd name="connsiteX44" fmla="*/ 130001 w 4141454"/>
              <a:gd name="connsiteY44" fmla="*/ 1038458 h 1657510"/>
              <a:gd name="connsiteX45" fmla="*/ 130001 w 4141454"/>
              <a:gd name="connsiteY45" fmla="*/ 866672 h 1657510"/>
              <a:gd name="connsiteX46" fmla="*/ 0 w 4141454"/>
              <a:gd name="connsiteY46" fmla="*/ 866672 h 1657510"/>
              <a:gd name="connsiteX47" fmla="*/ 0 w 4141454"/>
              <a:gd name="connsiteY47" fmla="*/ 663932 h 1657510"/>
              <a:gd name="connsiteX48" fmla="*/ 642266 w 4141454"/>
              <a:gd name="connsiteY48" fmla="*/ 663932 h 1657510"/>
              <a:gd name="connsiteX49" fmla="*/ 767624 w 4141454"/>
              <a:gd name="connsiteY49" fmla="*/ 663932 h 1657510"/>
              <a:gd name="connsiteX50" fmla="*/ 767624 w 4141454"/>
              <a:gd name="connsiteY50" fmla="*/ 552503 h 1657510"/>
              <a:gd name="connsiteX51" fmla="*/ 464289 w 4141454"/>
              <a:gd name="connsiteY51" fmla="*/ 552503 h 1657510"/>
              <a:gd name="connsiteX52" fmla="*/ 464289 w 4141454"/>
              <a:gd name="connsiteY52" fmla="*/ 114524 h 1657510"/>
              <a:gd name="connsiteX53" fmla="*/ 767624 w 4141454"/>
              <a:gd name="connsiteY53" fmla="*/ 114524 h 1657510"/>
              <a:gd name="connsiteX54" fmla="*/ 767624 w 4141454"/>
              <a:gd name="connsiteY54" fmla="*/ 0 h 1657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4141454" h="1657510">
                <a:moveTo>
                  <a:pt x="767624" y="0"/>
                </a:moveTo>
                <a:lnTo>
                  <a:pt x="4141454" y="0"/>
                </a:lnTo>
                <a:lnTo>
                  <a:pt x="4141454" y="1160721"/>
                </a:lnTo>
                <a:lnTo>
                  <a:pt x="3921690" y="1160721"/>
                </a:lnTo>
                <a:lnTo>
                  <a:pt x="3921690" y="1434651"/>
                </a:lnTo>
                <a:lnTo>
                  <a:pt x="3739071" y="1434651"/>
                </a:lnTo>
                <a:lnTo>
                  <a:pt x="3739071" y="1634295"/>
                </a:lnTo>
                <a:lnTo>
                  <a:pt x="3536331" y="1634295"/>
                </a:lnTo>
                <a:lnTo>
                  <a:pt x="3536331" y="1434651"/>
                </a:lnTo>
                <a:lnTo>
                  <a:pt x="3536331" y="1431556"/>
                </a:lnTo>
                <a:lnTo>
                  <a:pt x="3536331" y="1160721"/>
                </a:lnTo>
                <a:lnTo>
                  <a:pt x="3367639" y="1160721"/>
                </a:lnTo>
                <a:lnTo>
                  <a:pt x="3367639" y="1360365"/>
                </a:lnTo>
                <a:lnTo>
                  <a:pt x="2890970" y="1360365"/>
                </a:lnTo>
                <a:lnTo>
                  <a:pt x="2890970" y="1454770"/>
                </a:lnTo>
                <a:lnTo>
                  <a:pt x="3093709" y="1454770"/>
                </a:lnTo>
                <a:lnTo>
                  <a:pt x="3093709" y="1657510"/>
                </a:lnTo>
                <a:lnTo>
                  <a:pt x="2890970" y="1657510"/>
                </a:lnTo>
                <a:lnTo>
                  <a:pt x="2890970" y="1563104"/>
                </a:lnTo>
                <a:lnTo>
                  <a:pt x="2688231" y="1563104"/>
                </a:lnTo>
                <a:lnTo>
                  <a:pt x="2688231" y="1360365"/>
                </a:lnTo>
                <a:lnTo>
                  <a:pt x="2688231" y="1160721"/>
                </a:lnTo>
                <a:lnTo>
                  <a:pt x="2374062" y="1160721"/>
                </a:lnTo>
                <a:lnTo>
                  <a:pt x="2374062" y="1279888"/>
                </a:lnTo>
                <a:lnTo>
                  <a:pt x="2519539" y="1279888"/>
                </a:lnTo>
                <a:lnTo>
                  <a:pt x="2519539" y="1484175"/>
                </a:lnTo>
                <a:lnTo>
                  <a:pt x="2316800" y="1484175"/>
                </a:lnTo>
                <a:lnTo>
                  <a:pt x="2316800" y="1365008"/>
                </a:lnTo>
                <a:lnTo>
                  <a:pt x="2171323" y="1365008"/>
                </a:lnTo>
                <a:lnTo>
                  <a:pt x="2171323" y="1160721"/>
                </a:lnTo>
                <a:lnTo>
                  <a:pt x="2045965" y="1160721"/>
                </a:lnTo>
                <a:lnTo>
                  <a:pt x="2045965" y="1382032"/>
                </a:lnTo>
                <a:lnTo>
                  <a:pt x="2045965" y="1397508"/>
                </a:lnTo>
                <a:lnTo>
                  <a:pt x="2045965" y="1584771"/>
                </a:lnTo>
                <a:lnTo>
                  <a:pt x="1843225" y="1584771"/>
                </a:lnTo>
                <a:lnTo>
                  <a:pt x="1843225" y="1397508"/>
                </a:lnTo>
                <a:lnTo>
                  <a:pt x="1162269" y="1397508"/>
                </a:lnTo>
                <a:lnTo>
                  <a:pt x="1162269" y="1160721"/>
                </a:lnTo>
                <a:lnTo>
                  <a:pt x="1036911" y="1160721"/>
                </a:lnTo>
                <a:lnTo>
                  <a:pt x="1036911" y="1320127"/>
                </a:lnTo>
                <a:lnTo>
                  <a:pt x="642266" y="1320127"/>
                </a:lnTo>
                <a:lnTo>
                  <a:pt x="642266" y="866672"/>
                </a:lnTo>
                <a:lnTo>
                  <a:pt x="332740" y="866672"/>
                </a:lnTo>
                <a:lnTo>
                  <a:pt x="332740" y="1038458"/>
                </a:lnTo>
                <a:lnTo>
                  <a:pt x="130001" y="1038458"/>
                </a:lnTo>
                <a:lnTo>
                  <a:pt x="130001" y="866672"/>
                </a:lnTo>
                <a:lnTo>
                  <a:pt x="0" y="866672"/>
                </a:lnTo>
                <a:lnTo>
                  <a:pt x="0" y="663932"/>
                </a:lnTo>
                <a:lnTo>
                  <a:pt x="642266" y="663932"/>
                </a:lnTo>
                <a:lnTo>
                  <a:pt x="767624" y="663932"/>
                </a:lnTo>
                <a:lnTo>
                  <a:pt x="767624" y="552503"/>
                </a:lnTo>
                <a:lnTo>
                  <a:pt x="464289" y="552503"/>
                </a:lnTo>
                <a:lnTo>
                  <a:pt x="464289" y="114524"/>
                </a:lnTo>
                <a:lnTo>
                  <a:pt x="767624" y="114524"/>
                </a:lnTo>
                <a:lnTo>
                  <a:pt x="767624" y="0"/>
                </a:lnTo>
                <a:close/>
              </a:path>
            </a:pathLst>
          </a:custGeom>
        </p:spPr>
      </p:pic>
      <p:sp>
        <p:nvSpPr>
          <p:cNvPr id="25" name="Textplatzhalter 3">
            <a:extLst>
              <a:ext uri="{FF2B5EF4-FFF2-40B4-BE49-F238E27FC236}">
                <a16:creationId xmlns:a16="http://schemas.microsoft.com/office/drawing/2014/main" id="{E91553E6-B007-4554-A504-B7953F549D1D}"/>
              </a:ext>
            </a:extLst>
          </p:cNvPr>
          <p:cNvSpPr txBox="1">
            <a:spLocks/>
          </p:cNvSpPr>
          <p:nvPr/>
        </p:nvSpPr>
        <p:spPr>
          <a:xfrm>
            <a:off x="4783366" y="1214039"/>
            <a:ext cx="4118283" cy="3187865"/>
          </a:xfrm>
          <a:prstGeom prst="rect">
            <a:avLst/>
          </a:prstGeom>
        </p:spPr>
        <p:txBody>
          <a:bodyPr vert="horz" lIns="0" tIns="0" rIns="0" bIns="0" rtlCol="0">
            <a:noAutofit/>
          </a:bodyPr>
          <a:lstStyle>
            <a:lvl1pPr marL="0" marR="0" indent="0" algn="l" defTabSz="685584" rtl="0" eaLnBrk="1" fontAlgn="auto" latinLnBrk="0" hangingPunct="1">
              <a:lnSpc>
                <a:spcPct val="100000"/>
              </a:lnSpc>
              <a:spcBef>
                <a:spcPts val="0"/>
              </a:spcBef>
              <a:spcAft>
                <a:spcPts val="450"/>
              </a:spcAft>
              <a:buClrTx/>
              <a:buSzTx/>
              <a:buFont typeface="Arial" pitchFamily="34" charset="0"/>
              <a:buNone/>
              <a:tabLst/>
              <a:defRPr sz="1600" b="0" kern="1200">
                <a:solidFill>
                  <a:schemeClr val="tx1"/>
                </a:solidFill>
                <a:latin typeface="+mn-lt"/>
                <a:ea typeface="+mn-ea"/>
                <a:cs typeface="+mn-cs"/>
              </a:defRPr>
            </a:lvl1pPr>
            <a:lvl2pPr marL="269875" marR="0" indent="-269875" algn="l" defTabSz="685584" rtl="0" eaLnBrk="1" fontAlgn="auto" latinLnBrk="0" hangingPunct="1">
              <a:lnSpc>
                <a:spcPct val="100000"/>
              </a:lnSpc>
              <a:spcBef>
                <a:spcPts val="0"/>
              </a:spcBef>
              <a:spcAft>
                <a:spcPts val="450"/>
              </a:spcAft>
              <a:buClr>
                <a:srgbClr val="ED1A3B"/>
              </a:buClr>
              <a:buSzPct val="80000"/>
              <a:buFont typeface="Wingdings 3" panose="05040102010807070707" pitchFamily="18" charset="2"/>
              <a:buChar char=""/>
              <a:tabLst/>
              <a:defRPr sz="1600" kern="1200">
                <a:solidFill>
                  <a:schemeClr val="tx1"/>
                </a:solidFill>
                <a:latin typeface="+mn-lt"/>
                <a:ea typeface="+mn-ea"/>
                <a:cs typeface="+mn-cs"/>
              </a:defRPr>
            </a:lvl2pPr>
            <a:lvl3pPr marL="539750" marR="0" indent="-269875" algn="l" defTabSz="685584" rtl="0" eaLnBrk="1" fontAlgn="auto" latinLnBrk="0" hangingPunct="1">
              <a:lnSpc>
                <a:spcPct val="100000"/>
              </a:lnSpc>
              <a:spcBef>
                <a:spcPts val="0"/>
              </a:spcBef>
              <a:spcAft>
                <a:spcPts val="450"/>
              </a:spcAft>
              <a:buClr>
                <a:srgbClr val="ED1A3B"/>
              </a:buClr>
              <a:buSzPct val="100000"/>
              <a:buFont typeface="Arial" panose="020B0604020202020204" pitchFamily="34" charset="0"/>
              <a:buChar char="‒"/>
              <a:tabLst/>
              <a:defRPr sz="1600" kern="1200">
                <a:solidFill>
                  <a:schemeClr val="tx1"/>
                </a:solidFill>
                <a:latin typeface="+mn-lt"/>
                <a:ea typeface="+mn-ea"/>
                <a:cs typeface="+mn-cs"/>
              </a:defRPr>
            </a:lvl3pPr>
            <a:lvl4pPr marL="809625" marR="0" indent="-269875" algn="l" defTabSz="685584" rtl="0" eaLnBrk="1" fontAlgn="auto" latinLnBrk="0" hangingPunct="1">
              <a:lnSpc>
                <a:spcPct val="100000"/>
              </a:lnSpc>
              <a:spcBef>
                <a:spcPts val="0"/>
              </a:spcBef>
              <a:spcAft>
                <a:spcPts val="450"/>
              </a:spcAft>
              <a:buClr>
                <a:srgbClr val="ED1A3B"/>
              </a:buClr>
              <a:buSzTx/>
              <a:buFont typeface="Arial" panose="020B0604020202020204" pitchFamily="34" charset="0"/>
              <a:buChar char="‒"/>
              <a:tabLst/>
              <a:defRPr sz="1600" kern="1200">
                <a:solidFill>
                  <a:schemeClr val="tx1"/>
                </a:solidFill>
                <a:latin typeface="+mn-lt"/>
                <a:ea typeface="+mn-ea"/>
                <a:cs typeface="+mn-cs"/>
              </a:defRPr>
            </a:lvl4pPr>
            <a:lvl5pPr marL="809625" marR="0" indent="-269875" algn="l" defTabSz="685584" rtl="0" eaLnBrk="1" fontAlgn="auto" latinLnBrk="0" hangingPunct="1">
              <a:lnSpc>
                <a:spcPct val="100000"/>
              </a:lnSpc>
              <a:spcBef>
                <a:spcPts val="0"/>
              </a:spcBef>
              <a:spcAft>
                <a:spcPts val="450"/>
              </a:spcAft>
              <a:buClr>
                <a:srgbClr val="ED1A3B"/>
              </a:buClr>
              <a:buSzTx/>
              <a:buFont typeface="Symbol" panose="05050102010706020507" pitchFamily="18" charset="2"/>
              <a:buChar char="-"/>
              <a:tabLst/>
              <a:defRPr sz="1200" kern="1200">
                <a:solidFill>
                  <a:schemeClr val="tx1"/>
                </a:solidFill>
                <a:latin typeface="+mn-lt"/>
                <a:ea typeface="+mn-ea"/>
                <a:cs typeface="+mn-cs"/>
              </a:defRPr>
            </a:lvl5pPr>
            <a:lvl6pPr marL="600075" indent="0" algn="l" defTabSz="685584" rtl="0" eaLnBrk="1" latinLnBrk="0" hangingPunct="1">
              <a:lnSpc>
                <a:spcPct val="100000"/>
              </a:lnSpc>
              <a:spcBef>
                <a:spcPts val="0"/>
              </a:spcBef>
              <a:spcAft>
                <a:spcPts val="450"/>
              </a:spcAft>
              <a:buFont typeface="Trebuchet MS" pitchFamily="34" charset="0"/>
              <a:buNone/>
              <a:defRPr lang="en-GB" sz="1200" kern="1200" baseline="0" dirty="0" smtClean="0">
                <a:solidFill>
                  <a:schemeClr val="tx1"/>
                </a:solidFill>
                <a:latin typeface="+mn-lt"/>
                <a:ea typeface="+mn-ea"/>
                <a:cs typeface="+mn-cs"/>
              </a:defRPr>
            </a:lvl6pPr>
            <a:lvl7pPr marL="600075" indent="0" algn="l" defTabSz="685584" rtl="0" eaLnBrk="1" latinLnBrk="0" hangingPunct="1">
              <a:lnSpc>
                <a:spcPct val="100000"/>
              </a:lnSpc>
              <a:spcBef>
                <a:spcPts val="0"/>
              </a:spcBef>
              <a:spcAft>
                <a:spcPts val="450"/>
              </a:spcAft>
              <a:buFont typeface="Arial" pitchFamily="34" charset="0"/>
              <a:buNone/>
              <a:defRPr sz="1200" kern="1200">
                <a:solidFill>
                  <a:schemeClr val="tx1"/>
                </a:solidFill>
                <a:latin typeface="+mn-lt"/>
                <a:ea typeface="+mn-ea"/>
                <a:cs typeface="+mn-cs"/>
              </a:defRPr>
            </a:lvl7pPr>
            <a:lvl8pPr marL="803275" marR="0" indent="-263525" algn="l" defTabSz="685584" rtl="0" eaLnBrk="1" fontAlgn="auto" latinLnBrk="0" hangingPunct="1">
              <a:lnSpc>
                <a:spcPct val="100000"/>
              </a:lnSpc>
              <a:spcBef>
                <a:spcPts val="0"/>
              </a:spcBef>
              <a:spcAft>
                <a:spcPts val="450"/>
              </a:spcAft>
              <a:buClr>
                <a:srgbClr val="ED1A3B"/>
              </a:buClr>
              <a:buSzTx/>
              <a:buFont typeface="Symbol" panose="05050102010706020507" pitchFamily="18" charset="2"/>
              <a:buChar char="-"/>
              <a:tabLst/>
              <a:defRPr sz="1200" kern="1200">
                <a:solidFill>
                  <a:schemeClr val="tx1"/>
                </a:solidFill>
                <a:latin typeface="+mn-lt"/>
                <a:ea typeface="+mn-ea"/>
                <a:cs typeface="+mn-cs"/>
              </a:defRPr>
            </a:lvl8pPr>
            <a:lvl9pPr marL="803275" marR="0" indent="-263525" algn="l" defTabSz="685584" rtl="0" eaLnBrk="1" fontAlgn="auto" latinLnBrk="0" hangingPunct="1">
              <a:lnSpc>
                <a:spcPct val="100000"/>
              </a:lnSpc>
              <a:spcBef>
                <a:spcPts val="0"/>
              </a:spcBef>
              <a:spcAft>
                <a:spcPts val="450"/>
              </a:spcAft>
              <a:buClr>
                <a:srgbClr val="ED1A3B"/>
              </a:buClr>
              <a:buSzTx/>
              <a:buFont typeface="Symbol" panose="05050102010706020507" pitchFamily="18" charset="2"/>
              <a:buChar char="-"/>
              <a:tabLst/>
              <a:defRPr sz="1200" kern="1200">
                <a:solidFill>
                  <a:schemeClr val="tx1"/>
                </a:solidFill>
                <a:latin typeface="+mn-lt"/>
                <a:ea typeface="+mn-ea"/>
                <a:cs typeface="+mn-cs"/>
              </a:defRPr>
            </a:lvl9pPr>
          </a:lstStyle>
          <a:p>
            <a:r>
              <a:rPr lang="de-DE" sz="1200" dirty="0"/>
              <a:t>Unsere Basis Lösung </a:t>
            </a:r>
            <a:br>
              <a:rPr lang="de-DE" sz="1200" dirty="0"/>
            </a:br>
            <a:r>
              <a:rPr lang="de-DE" sz="1200" dirty="0"/>
              <a:t>„</a:t>
            </a:r>
            <a:r>
              <a:rPr lang="en-GB" sz="1200" b="1" dirty="0"/>
              <a:t>P3 cloud solutions GmbH – Cloud Backup Managed Service</a:t>
            </a:r>
            <a:r>
              <a:rPr lang="en-GB" sz="1200" dirty="0"/>
              <a:t>”</a:t>
            </a:r>
            <a:br>
              <a:rPr lang="en-GB" sz="1200" dirty="0"/>
            </a:br>
            <a:r>
              <a:rPr lang="en-GB" sz="1200" dirty="0" err="1"/>
              <a:t>bietet</a:t>
            </a:r>
            <a:r>
              <a:rPr lang="en-GB" sz="1200" dirty="0"/>
              <a:t> </a:t>
            </a:r>
            <a:r>
              <a:rPr lang="en-GB" sz="1200" dirty="0" err="1"/>
              <a:t>über</a:t>
            </a:r>
            <a:r>
              <a:rPr lang="en-GB" sz="1200" dirty="0"/>
              <a:t> den Microsoft Marketplace </a:t>
            </a:r>
            <a:r>
              <a:rPr lang="en-GB" sz="1200" dirty="0" err="1"/>
              <a:t>eine</a:t>
            </a:r>
            <a:r>
              <a:rPr lang="en-GB" sz="1200" dirty="0"/>
              <a:t> </a:t>
            </a:r>
            <a:r>
              <a:rPr lang="en-GB" sz="1200" dirty="0" err="1"/>
              <a:t>zertifizierte</a:t>
            </a:r>
            <a:r>
              <a:rPr lang="en-GB" sz="1200" dirty="0"/>
              <a:t> </a:t>
            </a:r>
            <a:r>
              <a:rPr lang="en-GB" sz="1200" dirty="0" err="1"/>
              <a:t>Lösung</a:t>
            </a:r>
            <a:r>
              <a:rPr lang="en-GB" sz="1200" dirty="0"/>
              <a:t> für die </a:t>
            </a:r>
            <a:r>
              <a:rPr lang="en-GB" sz="1200" dirty="0" err="1"/>
              <a:t>modulare</a:t>
            </a:r>
            <a:r>
              <a:rPr lang="en-GB" sz="1200" dirty="0"/>
              <a:t> und </a:t>
            </a:r>
            <a:r>
              <a:rPr lang="en-GB" sz="1200" dirty="0" err="1"/>
              <a:t>sichere</a:t>
            </a:r>
            <a:r>
              <a:rPr lang="en-GB" sz="1200" dirty="0"/>
              <a:t> </a:t>
            </a:r>
            <a:r>
              <a:rPr lang="en-GB" sz="1200" dirty="0" err="1"/>
              <a:t>Bereitstellung</a:t>
            </a:r>
            <a:r>
              <a:rPr lang="en-GB" sz="1200" dirty="0"/>
              <a:t> </a:t>
            </a:r>
            <a:r>
              <a:rPr lang="en-GB" sz="1200" dirty="0" err="1"/>
              <a:t>einer</a:t>
            </a:r>
            <a:r>
              <a:rPr lang="en-GB" sz="1200" dirty="0"/>
              <a:t> </a:t>
            </a:r>
            <a:r>
              <a:rPr lang="en-GB" sz="1200" dirty="0" err="1"/>
              <a:t>externen</a:t>
            </a:r>
            <a:r>
              <a:rPr lang="en-GB" sz="1200" dirty="0"/>
              <a:t> </a:t>
            </a:r>
            <a:r>
              <a:rPr lang="en-GB" sz="1200" dirty="0" err="1"/>
              <a:t>Backuplösung</a:t>
            </a:r>
            <a:r>
              <a:rPr lang="en-GB" sz="1200" dirty="0"/>
              <a:t> der </a:t>
            </a:r>
            <a:r>
              <a:rPr lang="en-GB" sz="1200" dirty="0" err="1"/>
              <a:t>lokalen</a:t>
            </a:r>
            <a:r>
              <a:rPr lang="en-GB" sz="1200" dirty="0"/>
              <a:t> </a:t>
            </a:r>
            <a:r>
              <a:rPr lang="en-GB" sz="1200" dirty="0" err="1"/>
              <a:t>Infrastruktur</a:t>
            </a:r>
            <a:endParaRPr lang="en-GB" sz="1200" b="1" dirty="0"/>
          </a:p>
          <a:p>
            <a:r>
              <a:rPr lang="en-GB" sz="1200" dirty="0" err="1"/>
              <a:t>Durch</a:t>
            </a:r>
            <a:r>
              <a:rPr lang="en-GB" sz="1200" dirty="0"/>
              <a:t> die </a:t>
            </a:r>
            <a:r>
              <a:rPr lang="en-GB" sz="1200" dirty="0" err="1"/>
              <a:t>integrierte</a:t>
            </a:r>
            <a:r>
              <a:rPr lang="en-GB" sz="1200" dirty="0"/>
              <a:t> Managed Service </a:t>
            </a:r>
            <a:r>
              <a:rPr lang="en-GB" sz="1200" dirty="0" err="1"/>
              <a:t>Leistung</a:t>
            </a:r>
            <a:r>
              <a:rPr lang="en-GB" sz="1200" dirty="0"/>
              <a:t> ”</a:t>
            </a:r>
            <a:r>
              <a:rPr lang="en-GB" sz="1200" b="1" dirty="0"/>
              <a:t>Site Recovery</a:t>
            </a:r>
            <a:r>
              <a:rPr lang="en-GB" sz="1200" dirty="0"/>
              <a:t>” </a:t>
            </a:r>
            <a:r>
              <a:rPr lang="en-GB" sz="1200" dirty="0" err="1"/>
              <a:t>erhalten</a:t>
            </a:r>
            <a:r>
              <a:rPr lang="en-GB" sz="1200" dirty="0"/>
              <a:t> Sie die </a:t>
            </a:r>
            <a:r>
              <a:rPr lang="en-GB" sz="1200" dirty="0" err="1"/>
              <a:t>Möglichkeit</a:t>
            </a:r>
            <a:r>
              <a:rPr lang="en-GB" sz="1200" dirty="0"/>
              <a:t> </a:t>
            </a:r>
            <a:r>
              <a:rPr lang="en-GB" sz="1200" dirty="0" err="1"/>
              <a:t>auch</a:t>
            </a:r>
            <a:r>
              <a:rPr lang="en-GB" sz="1200" dirty="0"/>
              <a:t> in </a:t>
            </a:r>
            <a:r>
              <a:rPr lang="en-GB" sz="1200" dirty="0" err="1"/>
              <a:t>Notfällen</a:t>
            </a:r>
            <a:r>
              <a:rPr lang="en-GB" sz="1200" dirty="0"/>
              <a:t> </a:t>
            </a:r>
            <a:r>
              <a:rPr lang="en-GB" sz="1200" dirty="0" err="1"/>
              <a:t>immer</a:t>
            </a:r>
            <a:r>
              <a:rPr lang="en-GB" sz="1200" dirty="0"/>
              <a:t> </a:t>
            </a:r>
            <a:r>
              <a:rPr lang="en-GB" sz="1200" dirty="0" err="1"/>
              <a:t>produktiv</a:t>
            </a:r>
            <a:r>
              <a:rPr lang="en-GB" sz="1200" dirty="0"/>
              <a:t> </a:t>
            </a:r>
            <a:r>
              <a:rPr lang="en-GB" sz="1200" dirty="0" err="1"/>
              <a:t>Ihrem</a:t>
            </a:r>
            <a:r>
              <a:rPr lang="en-GB" sz="1200" dirty="0"/>
              <a:t> </a:t>
            </a:r>
            <a:r>
              <a:rPr lang="en-GB" sz="1200" dirty="0" err="1"/>
              <a:t>Geschäft</a:t>
            </a:r>
            <a:r>
              <a:rPr lang="en-GB" sz="1200" dirty="0"/>
              <a:t> </a:t>
            </a:r>
            <a:r>
              <a:rPr lang="en-GB" sz="1200" dirty="0" err="1"/>
              <a:t>nach</a:t>
            </a:r>
            <a:r>
              <a:rPr lang="en-GB" sz="1200" dirty="0"/>
              <a:t> </a:t>
            </a:r>
            <a:r>
              <a:rPr lang="en-GB" sz="1200" dirty="0" err="1"/>
              <a:t>gehen</a:t>
            </a:r>
            <a:r>
              <a:rPr lang="en-GB" sz="1200" dirty="0"/>
              <a:t> </a:t>
            </a:r>
            <a:r>
              <a:rPr lang="en-GB" sz="1200" dirty="0" err="1"/>
              <a:t>zu</a:t>
            </a:r>
            <a:r>
              <a:rPr lang="en-GB" sz="1200" dirty="0"/>
              <a:t> </a:t>
            </a:r>
            <a:r>
              <a:rPr lang="en-GB" sz="1200" dirty="0" err="1"/>
              <a:t>können</a:t>
            </a:r>
            <a:r>
              <a:rPr lang="en-GB" sz="1200" dirty="0"/>
              <a:t>.</a:t>
            </a:r>
          </a:p>
          <a:p>
            <a:r>
              <a:rPr lang="en-GB" sz="1200" dirty="0"/>
              <a:t>“</a:t>
            </a:r>
            <a:r>
              <a:rPr lang="en-GB" sz="1200" b="1" dirty="0" err="1"/>
              <a:t>Jederzeit</a:t>
            </a:r>
            <a:r>
              <a:rPr lang="en-GB" sz="1200" b="1" dirty="0"/>
              <a:t> </a:t>
            </a:r>
            <a:r>
              <a:rPr lang="en-GB" sz="1200" b="1" dirty="0" err="1"/>
              <a:t>Zugriff</a:t>
            </a:r>
            <a:r>
              <a:rPr lang="en-GB" sz="1200" b="1" dirty="0"/>
              <a:t> auf </a:t>
            </a:r>
            <a:r>
              <a:rPr lang="en-GB" sz="1200" b="1" dirty="0" err="1"/>
              <a:t>relevante</a:t>
            </a:r>
            <a:r>
              <a:rPr lang="en-GB" sz="1200" b="1" dirty="0"/>
              <a:t> </a:t>
            </a:r>
            <a:r>
              <a:rPr lang="en-GB" sz="1200" b="1" dirty="0" err="1"/>
              <a:t>Geschäftsdaten</a:t>
            </a:r>
            <a:r>
              <a:rPr lang="en-GB" sz="1200" dirty="0"/>
              <a:t>” </a:t>
            </a:r>
            <a:r>
              <a:rPr lang="en-GB" sz="1200" dirty="0" err="1"/>
              <a:t>ist</a:t>
            </a:r>
            <a:r>
              <a:rPr lang="en-GB" sz="1200" dirty="0"/>
              <a:t> in </a:t>
            </a:r>
            <a:r>
              <a:rPr lang="en-GB" sz="1200" dirty="0" err="1"/>
              <a:t>vielen</a:t>
            </a:r>
            <a:r>
              <a:rPr lang="en-GB" sz="1200" dirty="0"/>
              <a:t> </a:t>
            </a:r>
            <a:r>
              <a:rPr lang="en-GB" sz="1200" dirty="0" err="1"/>
              <a:t>gesetzlichen</a:t>
            </a:r>
            <a:r>
              <a:rPr lang="en-GB" sz="1200" dirty="0"/>
              <a:t> </a:t>
            </a:r>
            <a:r>
              <a:rPr lang="en-GB" sz="1200" dirty="0" err="1"/>
              <a:t>Anforderungen</a:t>
            </a:r>
            <a:r>
              <a:rPr lang="en-GB" sz="1200" dirty="0"/>
              <a:t> und </a:t>
            </a:r>
            <a:r>
              <a:rPr lang="en-GB" sz="1200" dirty="0" err="1"/>
              <a:t>Regularien</a:t>
            </a:r>
            <a:r>
              <a:rPr lang="en-GB" sz="1200" dirty="0"/>
              <a:t> </a:t>
            </a:r>
            <a:r>
              <a:rPr lang="en-GB" sz="1200" dirty="0" err="1"/>
              <a:t>verankert</a:t>
            </a:r>
            <a:r>
              <a:rPr lang="en-GB" sz="1200" dirty="0"/>
              <a:t>. </a:t>
            </a:r>
            <a:r>
              <a:rPr lang="en-GB" sz="1200" dirty="0" err="1"/>
              <a:t>Durch</a:t>
            </a:r>
            <a:r>
              <a:rPr lang="en-GB" sz="1200" dirty="0"/>
              <a:t> die </a:t>
            </a:r>
            <a:r>
              <a:rPr lang="en-GB" sz="1200" b="1" dirty="0" err="1"/>
              <a:t>Aufbewahrungsrichtlinien</a:t>
            </a:r>
            <a:r>
              <a:rPr lang="en-GB" sz="1200" dirty="0"/>
              <a:t> </a:t>
            </a:r>
            <a:r>
              <a:rPr lang="en-GB" sz="1200" dirty="0" err="1"/>
              <a:t>können</a:t>
            </a:r>
            <a:r>
              <a:rPr lang="en-GB" sz="1200" dirty="0"/>
              <a:t> Sie </a:t>
            </a:r>
            <a:r>
              <a:rPr lang="en-GB" sz="1200" dirty="0" err="1"/>
              <a:t>ebenfalls</a:t>
            </a:r>
            <a:r>
              <a:rPr lang="en-GB" sz="1200" dirty="0"/>
              <a:t> die </a:t>
            </a:r>
            <a:r>
              <a:rPr lang="en-GB" sz="1200" dirty="0" err="1"/>
              <a:t>notwendige</a:t>
            </a:r>
            <a:r>
              <a:rPr lang="en-GB" sz="1200" dirty="0"/>
              <a:t> “</a:t>
            </a:r>
            <a:r>
              <a:rPr lang="en-GB" sz="1200" dirty="0" err="1"/>
              <a:t>Zerstörung</a:t>
            </a:r>
            <a:r>
              <a:rPr lang="en-GB" sz="1200" dirty="0"/>
              <a:t>” von </a:t>
            </a:r>
            <a:r>
              <a:rPr lang="en-GB" sz="1200" dirty="0" err="1"/>
              <a:t>Daten</a:t>
            </a:r>
            <a:r>
              <a:rPr lang="en-GB" sz="1200" dirty="0"/>
              <a:t> in Backups </a:t>
            </a:r>
            <a:r>
              <a:rPr lang="en-GB" sz="1200" dirty="0" err="1"/>
              <a:t>nachweisen</a:t>
            </a:r>
            <a:r>
              <a:rPr lang="en-GB" sz="1200" dirty="0"/>
              <a:t>.</a:t>
            </a:r>
          </a:p>
          <a:p>
            <a:r>
              <a:rPr lang="en-GB" sz="1200" b="1" dirty="0" err="1"/>
              <a:t>Kalkulierbare</a:t>
            </a:r>
            <a:r>
              <a:rPr lang="en-GB" sz="1200" b="1" dirty="0"/>
              <a:t> </a:t>
            </a:r>
            <a:r>
              <a:rPr lang="en-GB" sz="1200" b="1" dirty="0" err="1"/>
              <a:t>monatliche</a:t>
            </a:r>
            <a:r>
              <a:rPr lang="en-GB" sz="1200" b="1" dirty="0"/>
              <a:t> </a:t>
            </a:r>
            <a:r>
              <a:rPr lang="en-GB" sz="1200" b="1" dirty="0" err="1"/>
              <a:t>Kosten</a:t>
            </a:r>
            <a:r>
              <a:rPr lang="en-GB" sz="1200" b="1" dirty="0"/>
              <a:t> </a:t>
            </a:r>
            <a:r>
              <a:rPr lang="en-GB" sz="1200" dirty="0"/>
              <a:t>auf Basis des </a:t>
            </a:r>
            <a:r>
              <a:rPr lang="en-GB" sz="1200" dirty="0" err="1"/>
              <a:t>geschätzten</a:t>
            </a:r>
            <a:r>
              <a:rPr lang="en-GB" sz="1200" dirty="0"/>
              <a:t> </a:t>
            </a:r>
            <a:r>
              <a:rPr lang="en-GB" sz="1200" dirty="0" err="1"/>
              <a:t>Speicherbedarfs</a:t>
            </a:r>
            <a:r>
              <a:rPr lang="en-GB" sz="1200" dirty="0"/>
              <a:t> </a:t>
            </a:r>
            <a:r>
              <a:rPr lang="en-GB" sz="1200" dirty="0" err="1"/>
              <a:t>ohne</a:t>
            </a:r>
            <a:r>
              <a:rPr lang="en-GB" sz="1200" dirty="0"/>
              <a:t> </a:t>
            </a:r>
            <a:r>
              <a:rPr lang="en-GB" sz="1200" dirty="0" err="1"/>
              <a:t>zusätzliche</a:t>
            </a:r>
            <a:r>
              <a:rPr lang="en-GB" sz="1200" dirty="0"/>
              <a:t> </a:t>
            </a:r>
            <a:r>
              <a:rPr lang="en-GB" sz="1200" dirty="0" err="1"/>
              <a:t>Lizenzkosten</a:t>
            </a:r>
            <a:r>
              <a:rPr lang="en-GB" sz="1200" dirty="0"/>
              <a:t>.</a:t>
            </a:r>
          </a:p>
          <a:p>
            <a:r>
              <a:rPr lang="en-GB" sz="1200" dirty="0" err="1"/>
              <a:t>Nicht</a:t>
            </a:r>
            <a:r>
              <a:rPr lang="en-GB" sz="1200" dirty="0"/>
              <a:t> </a:t>
            </a:r>
            <a:r>
              <a:rPr lang="en-GB" sz="1200" dirty="0" err="1"/>
              <a:t>nur</a:t>
            </a:r>
            <a:r>
              <a:rPr lang="en-GB" sz="1200" dirty="0"/>
              <a:t> </a:t>
            </a:r>
            <a:r>
              <a:rPr lang="en-GB" sz="1200" dirty="0" err="1"/>
              <a:t>für</a:t>
            </a:r>
            <a:r>
              <a:rPr lang="en-GB" sz="1200" dirty="0"/>
              <a:t> VMs, </a:t>
            </a:r>
            <a:r>
              <a:rPr lang="en-GB" sz="1200" dirty="0" err="1"/>
              <a:t>auch</a:t>
            </a:r>
            <a:r>
              <a:rPr lang="en-GB" sz="1200" dirty="0"/>
              <a:t> </a:t>
            </a:r>
            <a:r>
              <a:rPr lang="en-GB" sz="1200" dirty="0" err="1"/>
              <a:t>für</a:t>
            </a:r>
            <a:r>
              <a:rPr lang="en-GB" sz="1200" dirty="0"/>
              <a:t> SAP und SQL DB, </a:t>
            </a:r>
            <a:r>
              <a:rPr lang="en-GB" sz="1200" dirty="0" err="1"/>
              <a:t>Fileshares</a:t>
            </a:r>
            <a:r>
              <a:rPr lang="en-GB" sz="1200" dirty="0"/>
              <a:t> </a:t>
            </a:r>
            <a:r>
              <a:rPr lang="en-GB" sz="1200" dirty="0" err="1"/>
              <a:t>sowie</a:t>
            </a:r>
            <a:r>
              <a:rPr lang="en-GB" sz="1200" dirty="0"/>
              <a:t> </a:t>
            </a:r>
            <a:r>
              <a:rPr lang="en-GB" sz="1200" dirty="0" err="1"/>
              <a:t>unter</a:t>
            </a:r>
            <a:r>
              <a:rPr lang="en-GB" sz="1200" dirty="0"/>
              <a:t> Windows und Linux</a:t>
            </a:r>
          </a:p>
          <a:p>
            <a:endParaRPr lang="de-DE" sz="1200" dirty="0"/>
          </a:p>
        </p:txBody>
      </p:sp>
      <p:grpSp>
        <p:nvGrpSpPr>
          <p:cNvPr id="63" name="Gruppieren 62">
            <a:extLst>
              <a:ext uri="{FF2B5EF4-FFF2-40B4-BE49-F238E27FC236}">
                <a16:creationId xmlns:a16="http://schemas.microsoft.com/office/drawing/2014/main" id="{8B4A175F-7BAB-439D-8662-EEBE1106B3E1}"/>
              </a:ext>
            </a:extLst>
          </p:cNvPr>
          <p:cNvGrpSpPr/>
          <p:nvPr/>
        </p:nvGrpSpPr>
        <p:grpSpPr>
          <a:xfrm>
            <a:off x="330830" y="2227105"/>
            <a:ext cx="390555" cy="346965"/>
            <a:chOff x="1978134" y="1745135"/>
            <a:chExt cx="883398" cy="784803"/>
          </a:xfrm>
        </p:grpSpPr>
        <p:sp>
          <p:nvSpPr>
            <p:cNvPr id="53" name="Rechteck 52">
              <a:extLst>
                <a:ext uri="{FF2B5EF4-FFF2-40B4-BE49-F238E27FC236}">
                  <a16:creationId xmlns:a16="http://schemas.microsoft.com/office/drawing/2014/main" id="{805395D8-7DB2-45A4-97D0-F2B6EE7C26DB}"/>
                </a:ext>
              </a:extLst>
            </p:cNvPr>
            <p:cNvSpPr/>
            <p:nvPr/>
          </p:nvSpPr>
          <p:spPr>
            <a:xfrm>
              <a:off x="2063023" y="1806600"/>
              <a:ext cx="601350" cy="428492"/>
            </a:xfrm>
            <a:prstGeom prst="rect">
              <a:avLst/>
            </a:prstGeom>
            <a:solidFill>
              <a:schemeClr val="bg1">
                <a:lumMod val="75000"/>
              </a:schemeClr>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de-DE" sz="1200"/>
            </a:p>
          </p:txBody>
        </p:sp>
        <p:sp>
          <p:nvSpPr>
            <p:cNvPr id="56" name="Ellipse 55">
              <a:extLst>
                <a:ext uri="{FF2B5EF4-FFF2-40B4-BE49-F238E27FC236}">
                  <a16:creationId xmlns:a16="http://schemas.microsoft.com/office/drawing/2014/main" id="{3EB226FA-D416-4D92-A08E-0DE76F258FCE}"/>
                </a:ext>
              </a:extLst>
            </p:cNvPr>
            <p:cNvSpPr/>
            <p:nvPr/>
          </p:nvSpPr>
          <p:spPr>
            <a:xfrm>
              <a:off x="2430080" y="2000052"/>
              <a:ext cx="396000" cy="396000"/>
            </a:xfrm>
            <a:prstGeom prst="ellipse">
              <a:avLst/>
            </a:prstGeom>
            <a:solidFill>
              <a:schemeClr val="bg1"/>
            </a:solidFill>
            <a:ln w="63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de-DE" sz="1200"/>
            </a:p>
          </p:txBody>
        </p:sp>
        <p:pic>
          <p:nvPicPr>
            <p:cNvPr id="52" name="Grafik 51" descr="Lupe">
              <a:extLst>
                <a:ext uri="{FF2B5EF4-FFF2-40B4-BE49-F238E27FC236}">
                  <a16:creationId xmlns:a16="http://schemas.microsoft.com/office/drawing/2014/main" id="{62D62C31-C3E1-4013-8575-EEFFA005F92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2311622" y="1980028"/>
              <a:ext cx="549910" cy="549910"/>
            </a:xfrm>
            <a:prstGeom prst="rect">
              <a:avLst/>
            </a:prstGeom>
          </p:spPr>
        </p:pic>
        <p:cxnSp>
          <p:nvCxnSpPr>
            <p:cNvPr id="58" name="Gerader Verbinder 57">
              <a:extLst>
                <a:ext uri="{FF2B5EF4-FFF2-40B4-BE49-F238E27FC236}">
                  <a16:creationId xmlns:a16="http://schemas.microsoft.com/office/drawing/2014/main" id="{D4413F7E-7F93-4607-9F9E-26B4AFA5F070}"/>
                </a:ext>
              </a:extLst>
            </p:cNvPr>
            <p:cNvCxnSpPr/>
            <p:nvPr/>
          </p:nvCxnSpPr>
          <p:spPr bwMode="gray">
            <a:xfrm flipV="1">
              <a:off x="2004220" y="1753817"/>
              <a:ext cx="0" cy="284578"/>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0" name="Gerader Verbinder 59">
              <a:extLst>
                <a:ext uri="{FF2B5EF4-FFF2-40B4-BE49-F238E27FC236}">
                  <a16:creationId xmlns:a16="http://schemas.microsoft.com/office/drawing/2014/main" id="{99AC817A-C4F8-4DD9-BFC7-00BCC822EC1F}"/>
                </a:ext>
              </a:extLst>
            </p:cNvPr>
            <p:cNvCxnSpPr>
              <a:cxnSpLocks/>
            </p:cNvCxnSpPr>
            <p:nvPr/>
          </p:nvCxnSpPr>
          <p:spPr bwMode="gray">
            <a:xfrm flipH="1">
              <a:off x="1978134" y="1745135"/>
              <a:ext cx="536985"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65" name="Textfeld 64">
            <a:extLst>
              <a:ext uri="{FF2B5EF4-FFF2-40B4-BE49-F238E27FC236}">
                <a16:creationId xmlns:a16="http://schemas.microsoft.com/office/drawing/2014/main" id="{B82F92C7-408E-44FA-A638-01A2F9CA7974}"/>
              </a:ext>
            </a:extLst>
          </p:cNvPr>
          <p:cNvSpPr txBox="1"/>
          <p:nvPr/>
        </p:nvSpPr>
        <p:spPr bwMode="gray">
          <a:xfrm>
            <a:off x="1037460" y="2286559"/>
            <a:ext cx="3716024" cy="276999"/>
          </a:xfrm>
          <a:prstGeom prst="rect">
            <a:avLst/>
          </a:prstGeom>
          <a:noFill/>
          <a:ln>
            <a:noFill/>
          </a:ln>
        </p:spPr>
        <p:txBody>
          <a:bodyPr wrap="square">
            <a:spAutoFit/>
          </a:bodyPr>
          <a:lstStyle/>
          <a:p>
            <a:pPr marL="0" lvl="1" fontAlgn="base">
              <a:spcBef>
                <a:spcPts val="400"/>
              </a:spcBef>
              <a:defRPr/>
            </a:pPr>
            <a:r>
              <a:rPr lang="en-US" sz="1200" b="1" dirty="0" err="1">
                <a:solidFill>
                  <a:srgbClr val="1A1A1A"/>
                </a:solidFill>
                <a:latin typeface="+mj-lt"/>
                <a:ea typeface="ＭＳ Ｐゴシック" charset="0"/>
                <a:cs typeface="Segoe UI" panose="020B0502040204020203" pitchFamily="34" charset="0"/>
              </a:rPr>
              <a:t>Zentral</a:t>
            </a:r>
            <a:r>
              <a:rPr lang="en-US" sz="1200" b="1" dirty="0">
                <a:solidFill>
                  <a:srgbClr val="1A1A1A"/>
                </a:solidFill>
                <a:latin typeface="+mj-lt"/>
                <a:ea typeface="ＭＳ Ｐゴシック" charset="0"/>
                <a:cs typeface="Segoe UI" panose="020B0502040204020203" pitchFamily="34" charset="0"/>
              </a:rPr>
              <a:t> </a:t>
            </a:r>
            <a:r>
              <a:rPr lang="en-US" sz="1200" b="1" dirty="0" err="1">
                <a:solidFill>
                  <a:srgbClr val="1A1A1A"/>
                </a:solidFill>
                <a:latin typeface="+mj-lt"/>
                <a:ea typeface="ＭＳ Ｐゴシック" charset="0"/>
                <a:cs typeface="Segoe UI" panose="020B0502040204020203" pitchFamily="34" charset="0"/>
              </a:rPr>
              <a:t>erreichbarer</a:t>
            </a:r>
            <a:r>
              <a:rPr lang="en-US" sz="1200" b="1" dirty="0">
                <a:solidFill>
                  <a:srgbClr val="1A1A1A"/>
                </a:solidFill>
                <a:latin typeface="+mj-lt"/>
                <a:ea typeface="ＭＳ Ｐゴシック" charset="0"/>
                <a:cs typeface="Segoe UI" panose="020B0502040204020203" pitchFamily="34" charset="0"/>
              </a:rPr>
              <a:t> </a:t>
            </a:r>
            <a:r>
              <a:rPr lang="en-US" sz="1200" b="1" dirty="0" err="1">
                <a:solidFill>
                  <a:srgbClr val="1A1A1A"/>
                </a:solidFill>
                <a:latin typeface="+mj-lt"/>
                <a:ea typeface="ＭＳ Ｐゴシック" charset="0"/>
                <a:cs typeface="Segoe UI" panose="020B0502040204020203" pitchFamily="34" charset="0"/>
              </a:rPr>
              <a:t>Speicherort</a:t>
            </a:r>
            <a:endParaRPr lang="en-US" sz="1100" b="1" dirty="0">
              <a:ln w="3175">
                <a:noFill/>
              </a:ln>
              <a:solidFill>
                <a:srgbClr val="1A1A1A"/>
              </a:solidFill>
              <a:cs typeface="Segoe UI Semilight" panose="020B0402040204020203" pitchFamily="34" charset="0"/>
            </a:endParaRPr>
          </a:p>
        </p:txBody>
      </p:sp>
      <p:sp>
        <p:nvSpPr>
          <p:cNvPr id="74" name="Textfeld 73">
            <a:extLst>
              <a:ext uri="{FF2B5EF4-FFF2-40B4-BE49-F238E27FC236}">
                <a16:creationId xmlns:a16="http://schemas.microsoft.com/office/drawing/2014/main" id="{0587A98A-6FEB-48F1-AEB5-153DE26A3CCA}"/>
              </a:ext>
            </a:extLst>
          </p:cNvPr>
          <p:cNvSpPr txBox="1"/>
          <p:nvPr/>
        </p:nvSpPr>
        <p:spPr bwMode="gray">
          <a:xfrm>
            <a:off x="1037460" y="1657510"/>
            <a:ext cx="3716024" cy="276999"/>
          </a:xfrm>
          <a:prstGeom prst="rect">
            <a:avLst/>
          </a:prstGeom>
          <a:noFill/>
          <a:ln>
            <a:noFill/>
          </a:ln>
        </p:spPr>
        <p:txBody>
          <a:bodyPr wrap="square">
            <a:spAutoFit/>
          </a:bodyPr>
          <a:lstStyle/>
          <a:p>
            <a:pPr marL="0" lvl="1" fontAlgn="base">
              <a:spcBef>
                <a:spcPts val="400"/>
              </a:spcBef>
              <a:defRPr/>
            </a:pPr>
            <a:r>
              <a:rPr lang="en-US" sz="1200" b="1" dirty="0" err="1">
                <a:solidFill>
                  <a:srgbClr val="1A1A1A"/>
                </a:solidFill>
                <a:latin typeface="+mj-lt"/>
                <a:ea typeface="ＭＳ Ｐゴシック" charset="0"/>
                <a:cs typeface="Segoe UI" panose="020B0502040204020203" pitchFamily="34" charset="0"/>
              </a:rPr>
              <a:t>Jederzeit</a:t>
            </a:r>
            <a:r>
              <a:rPr lang="en-US" sz="1200" b="1" dirty="0">
                <a:solidFill>
                  <a:srgbClr val="1A1A1A"/>
                </a:solidFill>
                <a:latin typeface="+mj-lt"/>
                <a:ea typeface="ＭＳ Ｐゴシック" charset="0"/>
                <a:cs typeface="Segoe UI" panose="020B0502040204020203" pitchFamily="34" charset="0"/>
              </a:rPr>
              <a:t> </a:t>
            </a:r>
            <a:r>
              <a:rPr lang="en-US" sz="1200" b="1" dirty="0" err="1">
                <a:solidFill>
                  <a:srgbClr val="1A1A1A"/>
                </a:solidFill>
                <a:latin typeface="+mj-lt"/>
                <a:ea typeface="ＭＳ Ｐゴシック" charset="0"/>
                <a:cs typeface="Segoe UI" panose="020B0502040204020203" pitchFamily="34" charset="0"/>
              </a:rPr>
              <a:t>Zugriff</a:t>
            </a:r>
            <a:r>
              <a:rPr lang="en-US" sz="1200" b="1" dirty="0">
                <a:solidFill>
                  <a:srgbClr val="1A1A1A"/>
                </a:solidFill>
                <a:latin typeface="+mj-lt"/>
                <a:ea typeface="ＭＳ Ｐゴシック" charset="0"/>
                <a:cs typeface="Segoe UI" panose="020B0502040204020203" pitchFamily="34" charset="0"/>
              </a:rPr>
              <a:t> auf </a:t>
            </a:r>
            <a:r>
              <a:rPr lang="en-US" sz="1200" b="1" dirty="0" err="1">
                <a:solidFill>
                  <a:srgbClr val="1A1A1A"/>
                </a:solidFill>
                <a:latin typeface="+mj-lt"/>
                <a:ea typeface="ＭＳ Ｐゴシック" charset="0"/>
                <a:cs typeface="Segoe UI" panose="020B0502040204020203" pitchFamily="34" charset="0"/>
              </a:rPr>
              <a:t>Daten</a:t>
            </a:r>
            <a:r>
              <a:rPr lang="en-US" sz="1200" b="1" dirty="0">
                <a:solidFill>
                  <a:srgbClr val="1A1A1A"/>
                </a:solidFill>
                <a:latin typeface="+mj-lt"/>
                <a:ea typeface="ＭＳ Ｐゴシック" charset="0"/>
                <a:cs typeface="Segoe UI" panose="020B0502040204020203" pitchFamily="34" charset="0"/>
              </a:rPr>
              <a:t> und Backup</a:t>
            </a:r>
            <a:endParaRPr lang="en-US" sz="1100" b="1" dirty="0">
              <a:ln w="3175">
                <a:noFill/>
              </a:ln>
              <a:solidFill>
                <a:srgbClr val="1A1A1A"/>
              </a:solidFill>
              <a:cs typeface="Segoe UI Semilight" panose="020B0402040204020203" pitchFamily="34" charset="0"/>
            </a:endParaRPr>
          </a:p>
        </p:txBody>
      </p:sp>
      <p:sp>
        <p:nvSpPr>
          <p:cNvPr id="76" name="Textfeld 75">
            <a:extLst>
              <a:ext uri="{FF2B5EF4-FFF2-40B4-BE49-F238E27FC236}">
                <a16:creationId xmlns:a16="http://schemas.microsoft.com/office/drawing/2014/main" id="{FEFE2EDC-3EE1-463C-84AE-0EEA8D0E5B30}"/>
              </a:ext>
            </a:extLst>
          </p:cNvPr>
          <p:cNvSpPr txBox="1"/>
          <p:nvPr/>
        </p:nvSpPr>
        <p:spPr bwMode="gray">
          <a:xfrm>
            <a:off x="1037460" y="2832070"/>
            <a:ext cx="3716024" cy="276999"/>
          </a:xfrm>
          <a:prstGeom prst="rect">
            <a:avLst/>
          </a:prstGeom>
          <a:noFill/>
          <a:ln>
            <a:noFill/>
          </a:ln>
        </p:spPr>
        <p:txBody>
          <a:bodyPr wrap="square">
            <a:spAutoFit/>
          </a:bodyPr>
          <a:lstStyle/>
          <a:p>
            <a:pPr marL="0" lvl="1" fontAlgn="base">
              <a:spcBef>
                <a:spcPts val="400"/>
              </a:spcBef>
              <a:defRPr/>
            </a:pPr>
            <a:r>
              <a:rPr lang="en-US" sz="1200" b="1" dirty="0" err="1">
                <a:solidFill>
                  <a:srgbClr val="1A1A1A"/>
                </a:solidFill>
                <a:latin typeface="+mj-lt"/>
                <a:ea typeface="ＭＳ Ｐゴシック" charset="0"/>
                <a:cs typeface="Segoe UI" panose="020B0502040204020203" pitchFamily="34" charset="0"/>
              </a:rPr>
              <a:t>Einhaltung</a:t>
            </a:r>
            <a:r>
              <a:rPr lang="en-US" sz="1200" b="1" dirty="0">
                <a:solidFill>
                  <a:srgbClr val="1A1A1A"/>
                </a:solidFill>
                <a:latin typeface="+mj-lt"/>
                <a:ea typeface="ＭＳ Ｐゴシック" charset="0"/>
                <a:cs typeface="Segoe UI" panose="020B0502040204020203" pitchFamily="34" charset="0"/>
              </a:rPr>
              <a:t> von Governance </a:t>
            </a:r>
            <a:r>
              <a:rPr lang="en-US" sz="1200" b="1" dirty="0" err="1">
                <a:solidFill>
                  <a:srgbClr val="1A1A1A"/>
                </a:solidFill>
                <a:latin typeface="+mj-lt"/>
                <a:ea typeface="ＭＳ Ｐゴシック" charset="0"/>
                <a:cs typeface="Segoe UI" panose="020B0502040204020203" pitchFamily="34" charset="0"/>
              </a:rPr>
              <a:t>Anforderungen</a:t>
            </a:r>
            <a:endParaRPr lang="en-US" sz="1100" b="1" dirty="0">
              <a:ln w="3175">
                <a:noFill/>
              </a:ln>
              <a:solidFill>
                <a:srgbClr val="1A1A1A"/>
              </a:solidFill>
              <a:cs typeface="Segoe UI Semilight" panose="020B0402040204020203" pitchFamily="34" charset="0"/>
            </a:endParaRPr>
          </a:p>
        </p:txBody>
      </p:sp>
      <p:sp>
        <p:nvSpPr>
          <p:cNvPr id="78" name="Textfeld 77">
            <a:extLst>
              <a:ext uri="{FF2B5EF4-FFF2-40B4-BE49-F238E27FC236}">
                <a16:creationId xmlns:a16="http://schemas.microsoft.com/office/drawing/2014/main" id="{A0B4741C-CFCB-46C0-B419-D1ED1DA22826}"/>
              </a:ext>
            </a:extLst>
          </p:cNvPr>
          <p:cNvSpPr txBox="1"/>
          <p:nvPr/>
        </p:nvSpPr>
        <p:spPr bwMode="gray">
          <a:xfrm>
            <a:off x="1037460" y="3396879"/>
            <a:ext cx="3716024" cy="276999"/>
          </a:xfrm>
          <a:prstGeom prst="rect">
            <a:avLst/>
          </a:prstGeom>
          <a:noFill/>
          <a:ln>
            <a:noFill/>
          </a:ln>
        </p:spPr>
        <p:txBody>
          <a:bodyPr wrap="square">
            <a:spAutoFit/>
          </a:bodyPr>
          <a:lstStyle/>
          <a:p>
            <a:pPr marL="0" lvl="1" fontAlgn="base">
              <a:spcBef>
                <a:spcPts val="400"/>
              </a:spcBef>
              <a:defRPr/>
            </a:pPr>
            <a:r>
              <a:rPr lang="en-US" sz="1200" b="1" dirty="0" err="1">
                <a:solidFill>
                  <a:srgbClr val="1A1A1A"/>
                </a:solidFill>
                <a:latin typeface="+mj-lt"/>
                <a:ea typeface="ＭＳ Ｐゴシック" charset="0"/>
                <a:cs typeface="Segoe UI" panose="020B0502040204020203" pitchFamily="34" charset="0"/>
              </a:rPr>
              <a:t>Kostengünstige</a:t>
            </a:r>
            <a:r>
              <a:rPr lang="en-US" sz="1200" b="1" dirty="0">
                <a:solidFill>
                  <a:srgbClr val="1A1A1A"/>
                </a:solidFill>
                <a:latin typeface="+mj-lt"/>
                <a:ea typeface="ＭＳ Ｐゴシック" charset="0"/>
                <a:cs typeface="Segoe UI" panose="020B0502040204020203" pitchFamily="34" charset="0"/>
              </a:rPr>
              <a:t> </a:t>
            </a:r>
            <a:r>
              <a:rPr lang="en-US" sz="1200" b="1" dirty="0" err="1">
                <a:solidFill>
                  <a:srgbClr val="1A1A1A"/>
                </a:solidFill>
                <a:latin typeface="+mj-lt"/>
                <a:ea typeface="ＭＳ Ｐゴシック" charset="0"/>
                <a:cs typeface="Segoe UI" panose="020B0502040204020203" pitchFamily="34" charset="0"/>
              </a:rPr>
              <a:t>Gesamtlösung</a:t>
            </a:r>
            <a:endParaRPr lang="en-US" sz="1100" b="1" dirty="0">
              <a:ln w="3175">
                <a:noFill/>
              </a:ln>
              <a:solidFill>
                <a:srgbClr val="1A1A1A"/>
              </a:solidFill>
              <a:cs typeface="Segoe UI Semilight" panose="020B0402040204020203" pitchFamily="34" charset="0"/>
            </a:endParaRPr>
          </a:p>
        </p:txBody>
      </p:sp>
      <p:sp>
        <p:nvSpPr>
          <p:cNvPr id="80" name="Textfeld 79">
            <a:extLst>
              <a:ext uri="{FF2B5EF4-FFF2-40B4-BE49-F238E27FC236}">
                <a16:creationId xmlns:a16="http://schemas.microsoft.com/office/drawing/2014/main" id="{BC177F48-A103-46AC-AE76-7CDA0CFCEBF0}"/>
              </a:ext>
            </a:extLst>
          </p:cNvPr>
          <p:cNvSpPr txBox="1"/>
          <p:nvPr/>
        </p:nvSpPr>
        <p:spPr bwMode="gray">
          <a:xfrm>
            <a:off x="1037460" y="4079965"/>
            <a:ext cx="3716024" cy="461665"/>
          </a:xfrm>
          <a:prstGeom prst="rect">
            <a:avLst/>
          </a:prstGeom>
          <a:noFill/>
          <a:ln>
            <a:noFill/>
          </a:ln>
        </p:spPr>
        <p:txBody>
          <a:bodyPr wrap="square">
            <a:spAutoFit/>
          </a:bodyPr>
          <a:lstStyle/>
          <a:p>
            <a:pPr marL="0" lvl="1" fontAlgn="base">
              <a:spcBef>
                <a:spcPts val="400"/>
              </a:spcBef>
              <a:defRPr/>
            </a:pPr>
            <a:r>
              <a:rPr lang="en-US" sz="1200" b="1" dirty="0" err="1">
                <a:ln w="3175">
                  <a:noFill/>
                </a:ln>
                <a:solidFill>
                  <a:srgbClr val="1A1A1A"/>
                </a:solidFill>
                <a:latin typeface="+mj-lt"/>
                <a:ea typeface="ＭＳ Ｐゴシック" charset="0"/>
                <a:cs typeface="Segoe UI" panose="020B0502040204020203" pitchFamily="34" charset="0"/>
              </a:rPr>
              <a:t>Individuell</a:t>
            </a:r>
            <a:r>
              <a:rPr lang="en-US" sz="1200" b="1" dirty="0">
                <a:ln w="3175">
                  <a:noFill/>
                </a:ln>
                <a:solidFill>
                  <a:srgbClr val="1A1A1A"/>
                </a:solidFill>
                <a:latin typeface="+mj-lt"/>
                <a:ea typeface="ＭＳ Ｐゴシック" charset="0"/>
                <a:cs typeface="Segoe UI" panose="020B0502040204020203" pitchFamily="34" charset="0"/>
              </a:rPr>
              <a:t> </a:t>
            </a:r>
            <a:r>
              <a:rPr lang="en-US" sz="1200" b="1" dirty="0" err="1">
                <a:ln w="3175">
                  <a:noFill/>
                </a:ln>
                <a:solidFill>
                  <a:srgbClr val="1A1A1A"/>
                </a:solidFill>
                <a:latin typeface="+mj-lt"/>
                <a:ea typeface="ＭＳ Ｐゴシック" charset="0"/>
                <a:cs typeface="Segoe UI" panose="020B0502040204020203" pitchFamily="34" charset="0"/>
              </a:rPr>
              <a:t>anpassbare</a:t>
            </a:r>
            <a:r>
              <a:rPr lang="en-US" sz="1200" b="1" dirty="0">
                <a:ln w="3175">
                  <a:noFill/>
                </a:ln>
                <a:solidFill>
                  <a:srgbClr val="1A1A1A"/>
                </a:solidFill>
                <a:latin typeface="+mj-lt"/>
                <a:ea typeface="ＭＳ Ｐゴシック" charset="0"/>
                <a:cs typeface="Segoe UI" panose="020B0502040204020203" pitchFamily="34" charset="0"/>
              </a:rPr>
              <a:t> </a:t>
            </a:r>
            <a:r>
              <a:rPr lang="en-US" sz="1200" b="1" dirty="0" err="1">
                <a:ln w="3175">
                  <a:noFill/>
                </a:ln>
                <a:solidFill>
                  <a:srgbClr val="1A1A1A"/>
                </a:solidFill>
                <a:latin typeface="+mj-lt"/>
                <a:ea typeface="ＭＳ Ｐゴシック" charset="0"/>
                <a:cs typeface="Segoe UI" panose="020B0502040204020203" pitchFamily="34" charset="0"/>
              </a:rPr>
              <a:t>Bausteine</a:t>
            </a:r>
            <a:br>
              <a:rPr lang="en-US" sz="1200" b="1" dirty="0">
                <a:ln w="3175">
                  <a:noFill/>
                </a:ln>
                <a:solidFill>
                  <a:srgbClr val="1A1A1A"/>
                </a:solidFill>
                <a:latin typeface="+mj-lt"/>
                <a:ea typeface="ＭＳ Ｐゴシック" charset="0"/>
                <a:cs typeface="Segoe UI" panose="020B0502040204020203" pitchFamily="34" charset="0"/>
              </a:rPr>
            </a:br>
            <a:r>
              <a:rPr lang="en-US" sz="1200" b="1" dirty="0" err="1">
                <a:ln w="3175">
                  <a:noFill/>
                </a:ln>
                <a:solidFill>
                  <a:srgbClr val="1A1A1A"/>
                </a:solidFill>
                <a:latin typeface="+mj-lt"/>
                <a:ea typeface="ＭＳ Ｐゴシック" charset="0"/>
                <a:cs typeface="Segoe UI" panose="020B0502040204020203" pitchFamily="34" charset="0"/>
              </a:rPr>
              <a:t>zur</a:t>
            </a:r>
            <a:r>
              <a:rPr lang="en-US" sz="1200" b="1" dirty="0">
                <a:ln w="3175">
                  <a:noFill/>
                </a:ln>
                <a:solidFill>
                  <a:srgbClr val="1A1A1A"/>
                </a:solidFill>
                <a:latin typeface="+mj-lt"/>
                <a:ea typeface="ＭＳ Ｐゴシック" charset="0"/>
                <a:cs typeface="Segoe UI" panose="020B0502040204020203" pitchFamily="34" charset="0"/>
              </a:rPr>
              <a:t> </a:t>
            </a:r>
            <a:r>
              <a:rPr lang="en-US" sz="1200" b="1" dirty="0" err="1">
                <a:ln w="3175">
                  <a:noFill/>
                </a:ln>
                <a:solidFill>
                  <a:srgbClr val="1A1A1A"/>
                </a:solidFill>
                <a:latin typeface="+mj-lt"/>
                <a:ea typeface="ＭＳ Ｐゴシック" charset="0"/>
                <a:cs typeface="Segoe UI" panose="020B0502040204020203" pitchFamily="34" charset="0"/>
              </a:rPr>
              <a:t>Umsetzung</a:t>
            </a:r>
            <a:r>
              <a:rPr lang="en-US" sz="1200" b="1" dirty="0">
                <a:ln w="3175">
                  <a:noFill/>
                </a:ln>
                <a:solidFill>
                  <a:srgbClr val="1A1A1A"/>
                </a:solidFill>
                <a:latin typeface="+mj-lt"/>
                <a:ea typeface="ＭＳ Ｐゴシック" charset="0"/>
                <a:cs typeface="Segoe UI" panose="020B0502040204020203" pitchFamily="34" charset="0"/>
              </a:rPr>
              <a:t> </a:t>
            </a:r>
            <a:r>
              <a:rPr lang="en-US" sz="1200" b="1" dirty="0" err="1">
                <a:ln w="3175">
                  <a:noFill/>
                </a:ln>
                <a:solidFill>
                  <a:srgbClr val="1A1A1A"/>
                </a:solidFill>
                <a:latin typeface="+mj-lt"/>
                <a:ea typeface="ＭＳ Ｐゴシック" charset="0"/>
                <a:cs typeface="Segoe UI" panose="020B0502040204020203" pitchFamily="34" charset="0"/>
              </a:rPr>
              <a:t>spezieller</a:t>
            </a:r>
            <a:r>
              <a:rPr lang="en-US" sz="1200" b="1" dirty="0">
                <a:ln w="3175">
                  <a:noFill/>
                </a:ln>
                <a:solidFill>
                  <a:srgbClr val="1A1A1A"/>
                </a:solidFill>
                <a:latin typeface="+mj-lt"/>
                <a:ea typeface="ＭＳ Ｐゴシック" charset="0"/>
                <a:cs typeface="Segoe UI" panose="020B0502040204020203" pitchFamily="34" charset="0"/>
              </a:rPr>
              <a:t> </a:t>
            </a:r>
            <a:r>
              <a:rPr lang="en-US" sz="1200" b="1" dirty="0" err="1">
                <a:ln w="3175">
                  <a:noFill/>
                </a:ln>
                <a:solidFill>
                  <a:srgbClr val="1A1A1A"/>
                </a:solidFill>
                <a:latin typeface="+mj-lt"/>
                <a:ea typeface="ＭＳ Ｐゴシック" charset="0"/>
                <a:cs typeface="Segoe UI" panose="020B0502040204020203" pitchFamily="34" charset="0"/>
              </a:rPr>
              <a:t>Anforderungen</a:t>
            </a:r>
            <a:endParaRPr lang="en-US" sz="1100" b="1" dirty="0">
              <a:ln w="3175">
                <a:noFill/>
              </a:ln>
              <a:solidFill>
                <a:srgbClr val="1A1A1A"/>
              </a:solidFill>
              <a:cs typeface="Segoe UI Semilight" panose="020B0402040204020203" pitchFamily="34" charset="0"/>
            </a:endParaRPr>
          </a:p>
        </p:txBody>
      </p:sp>
      <p:grpSp>
        <p:nvGrpSpPr>
          <p:cNvPr id="87" name="Gruppieren 86">
            <a:extLst>
              <a:ext uri="{FF2B5EF4-FFF2-40B4-BE49-F238E27FC236}">
                <a16:creationId xmlns:a16="http://schemas.microsoft.com/office/drawing/2014/main" id="{CBD0FB57-8759-47B9-9995-5E83C0AB374F}"/>
              </a:ext>
            </a:extLst>
          </p:cNvPr>
          <p:cNvGrpSpPr/>
          <p:nvPr/>
        </p:nvGrpSpPr>
        <p:grpSpPr>
          <a:xfrm>
            <a:off x="342039" y="4041904"/>
            <a:ext cx="361156" cy="360000"/>
            <a:chOff x="1303338" y="3910013"/>
            <a:chExt cx="490538" cy="498475"/>
          </a:xfrm>
        </p:grpSpPr>
        <p:sp>
          <p:nvSpPr>
            <p:cNvPr id="82" name="Freeform 5">
              <a:extLst>
                <a:ext uri="{FF2B5EF4-FFF2-40B4-BE49-F238E27FC236}">
                  <a16:creationId xmlns:a16="http://schemas.microsoft.com/office/drawing/2014/main" id="{3B18ED18-DAEE-4C16-9412-9EF84DC3BBB4}"/>
                </a:ext>
              </a:extLst>
            </p:cNvPr>
            <p:cNvSpPr>
              <a:spLocks/>
            </p:cNvSpPr>
            <p:nvPr/>
          </p:nvSpPr>
          <p:spPr bwMode="auto">
            <a:xfrm>
              <a:off x="1303338" y="4246563"/>
              <a:ext cx="490538" cy="161925"/>
            </a:xfrm>
            <a:custGeom>
              <a:avLst/>
              <a:gdLst>
                <a:gd name="T0" fmla="*/ 257 w 308"/>
                <a:gd name="T1" fmla="*/ 0 h 102"/>
                <a:gd name="T2" fmla="*/ 257 w 308"/>
                <a:gd name="T3" fmla="*/ 0 h 102"/>
                <a:gd name="T4" fmla="*/ 154 w 308"/>
                <a:gd name="T5" fmla="*/ 52 h 102"/>
                <a:gd name="T6" fmla="*/ 50 w 308"/>
                <a:gd name="T7" fmla="*/ 0 h 102"/>
                <a:gd name="T8" fmla="*/ 0 w 308"/>
                <a:gd name="T9" fmla="*/ 25 h 102"/>
                <a:gd name="T10" fmla="*/ 154 w 308"/>
                <a:gd name="T11" fmla="*/ 102 h 102"/>
                <a:gd name="T12" fmla="*/ 308 w 308"/>
                <a:gd name="T13" fmla="*/ 25 h 102"/>
                <a:gd name="T14" fmla="*/ 257 w 308"/>
                <a:gd name="T15" fmla="*/ 0 h 1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8" h="102">
                  <a:moveTo>
                    <a:pt x="257" y="0"/>
                  </a:moveTo>
                  <a:lnTo>
                    <a:pt x="257" y="0"/>
                  </a:lnTo>
                  <a:lnTo>
                    <a:pt x="154" y="52"/>
                  </a:lnTo>
                  <a:lnTo>
                    <a:pt x="50" y="0"/>
                  </a:lnTo>
                  <a:lnTo>
                    <a:pt x="0" y="25"/>
                  </a:lnTo>
                  <a:lnTo>
                    <a:pt x="154" y="102"/>
                  </a:lnTo>
                  <a:lnTo>
                    <a:pt x="308" y="25"/>
                  </a:lnTo>
                  <a:lnTo>
                    <a:pt x="257" y="0"/>
                  </a:lnTo>
                  <a:close/>
                </a:path>
              </a:pathLst>
            </a:custGeom>
            <a:solidFill>
              <a:srgbClr val="ED1A3B"/>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de-DE"/>
            </a:p>
          </p:txBody>
        </p:sp>
        <p:sp>
          <p:nvSpPr>
            <p:cNvPr id="84" name="Freeform 6">
              <a:extLst>
                <a:ext uri="{FF2B5EF4-FFF2-40B4-BE49-F238E27FC236}">
                  <a16:creationId xmlns:a16="http://schemas.microsoft.com/office/drawing/2014/main" id="{00CDDBED-9D3C-4A91-BCE3-E37D33381BAC}"/>
                </a:ext>
              </a:extLst>
            </p:cNvPr>
            <p:cNvSpPr>
              <a:spLocks/>
            </p:cNvSpPr>
            <p:nvPr/>
          </p:nvSpPr>
          <p:spPr bwMode="auto">
            <a:xfrm>
              <a:off x="1303338" y="4119563"/>
              <a:ext cx="490538" cy="161925"/>
            </a:xfrm>
            <a:custGeom>
              <a:avLst/>
              <a:gdLst>
                <a:gd name="T0" fmla="*/ 257 w 308"/>
                <a:gd name="T1" fmla="*/ 0 h 102"/>
                <a:gd name="T2" fmla="*/ 257 w 308"/>
                <a:gd name="T3" fmla="*/ 0 h 102"/>
                <a:gd name="T4" fmla="*/ 154 w 308"/>
                <a:gd name="T5" fmla="*/ 52 h 102"/>
                <a:gd name="T6" fmla="*/ 50 w 308"/>
                <a:gd name="T7" fmla="*/ 0 h 102"/>
                <a:gd name="T8" fmla="*/ 0 w 308"/>
                <a:gd name="T9" fmla="*/ 25 h 102"/>
                <a:gd name="T10" fmla="*/ 154 w 308"/>
                <a:gd name="T11" fmla="*/ 102 h 102"/>
                <a:gd name="T12" fmla="*/ 308 w 308"/>
                <a:gd name="T13" fmla="*/ 25 h 102"/>
                <a:gd name="T14" fmla="*/ 257 w 308"/>
                <a:gd name="T15" fmla="*/ 0 h 1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8" h="102">
                  <a:moveTo>
                    <a:pt x="257" y="0"/>
                  </a:moveTo>
                  <a:lnTo>
                    <a:pt x="257" y="0"/>
                  </a:lnTo>
                  <a:lnTo>
                    <a:pt x="154" y="52"/>
                  </a:lnTo>
                  <a:lnTo>
                    <a:pt x="50" y="0"/>
                  </a:lnTo>
                  <a:lnTo>
                    <a:pt x="0" y="25"/>
                  </a:lnTo>
                  <a:lnTo>
                    <a:pt x="154" y="102"/>
                  </a:lnTo>
                  <a:lnTo>
                    <a:pt x="308" y="25"/>
                  </a:lnTo>
                  <a:lnTo>
                    <a:pt x="257" y="0"/>
                  </a:lnTo>
                  <a:close/>
                </a:path>
              </a:pathLst>
            </a:custGeom>
            <a:solidFill>
              <a:srgbClr val="2F2F2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de-DE"/>
            </a:p>
          </p:txBody>
        </p:sp>
        <p:sp>
          <p:nvSpPr>
            <p:cNvPr id="86" name="Freeform 7">
              <a:extLst>
                <a:ext uri="{FF2B5EF4-FFF2-40B4-BE49-F238E27FC236}">
                  <a16:creationId xmlns:a16="http://schemas.microsoft.com/office/drawing/2014/main" id="{F8C918EC-7BE0-4750-A397-DCE1EEA4320B}"/>
                </a:ext>
              </a:extLst>
            </p:cNvPr>
            <p:cNvSpPr>
              <a:spLocks/>
            </p:cNvSpPr>
            <p:nvPr/>
          </p:nvSpPr>
          <p:spPr bwMode="auto">
            <a:xfrm>
              <a:off x="1303338" y="3910013"/>
              <a:ext cx="490538" cy="244475"/>
            </a:xfrm>
            <a:custGeom>
              <a:avLst/>
              <a:gdLst>
                <a:gd name="T0" fmla="*/ 154 w 308"/>
                <a:gd name="T1" fmla="*/ 0 h 154"/>
                <a:gd name="T2" fmla="*/ 154 w 308"/>
                <a:gd name="T3" fmla="*/ 0 h 154"/>
                <a:gd name="T4" fmla="*/ 0 w 308"/>
                <a:gd name="T5" fmla="*/ 77 h 154"/>
                <a:gd name="T6" fmla="*/ 154 w 308"/>
                <a:gd name="T7" fmla="*/ 154 h 154"/>
                <a:gd name="T8" fmla="*/ 308 w 308"/>
                <a:gd name="T9" fmla="*/ 77 h 154"/>
                <a:gd name="T10" fmla="*/ 154 w 308"/>
                <a:gd name="T11" fmla="*/ 0 h 154"/>
              </a:gdLst>
              <a:ahLst/>
              <a:cxnLst>
                <a:cxn ang="0">
                  <a:pos x="T0" y="T1"/>
                </a:cxn>
                <a:cxn ang="0">
                  <a:pos x="T2" y="T3"/>
                </a:cxn>
                <a:cxn ang="0">
                  <a:pos x="T4" y="T5"/>
                </a:cxn>
                <a:cxn ang="0">
                  <a:pos x="T6" y="T7"/>
                </a:cxn>
                <a:cxn ang="0">
                  <a:pos x="T8" y="T9"/>
                </a:cxn>
                <a:cxn ang="0">
                  <a:pos x="T10" y="T11"/>
                </a:cxn>
              </a:cxnLst>
              <a:rect l="0" t="0" r="r" b="b"/>
              <a:pathLst>
                <a:path w="308" h="154">
                  <a:moveTo>
                    <a:pt x="154" y="0"/>
                  </a:moveTo>
                  <a:lnTo>
                    <a:pt x="154" y="0"/>
                  </a:lnTo>
                  <a:lnTo>
                    <a:pt x="0" y="77"/>
                  </a:lnTo>
                  <a:lnTo>
                    <a:pt x="154" y="154"/>
                  </a:lnTo>
                  <a:lnTo>
                    <a:pt x="308" y="77"/>
                  </a:lnTo>
                  <a:lnTo>
                    <a:pt x="154" y="0"/>
                  </a:lnTo>
                  <a:close/>
                </a:path>
              </a:pathLst>
            </a:custGeom>
            <a:solidFill>
              <a:srgbClr val="C1C1C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de-DE"/>
            </a:p>
          </p:txBody>
        </p:sp>
      </p:grpSp>
      <p:grpSp>
        <p:nvGrpSpPr>
          <p:cNvPr id="88" name="Group 10" descr="Icon of compliant devices">
            <a:extLst>
              <a:ext uri="{FF2B5EF4-FFF2-40B4-BE49-F238E27FC236}">
                <a16:creationId xmlns:a16="http://schemas.microsoft.com/office/drawing/2014/main" id="{BDA11D8E-EFE0-45BC-9444-E36EF47C497B}"/>
              </a:ext>
            </a:extLst>
          </p:cNvPr>
          <p:cNvGrpSpPr>
            <a:grpSpLocks noChangeAspect="1"/>
          </p:cNvGrpSpPr>
          <p:nvPr/>
        </p:nvGrpSpPr>
        <p:grpSpPr bwMode="auto">
          <a:xfrm>
            <a:off x="342617" y="3433311"/>
            <a:ext cx="360000" cy="358973"/>
            <a:chOff x="337" y="2960"/>
            <a:chExt cx="350" cy="349"/>
          </a:xfrm>
        </p:grpSpPr>
        <p:sp>
          <p:nvSpPr>
            <p:cNvPr id="89" name="Freeform 11">
              <a:extLst>
                <a:ext uri="{FF2B5EF4-FFF2-40B4-BE49-F238E27FC236}">
                  <a16:creationId xmlns:a16="http://schemas.microsoft.com/office/drawing/2014/main" id="{A9CAFAAB-3BCF-4AE2-A9EF-2440802F5B0F}"/>
                </a:ext>
              </a:extLst>
            </p:cNvPr>
            <p:cNvSpPr>
              <a:spLocks noEditPoints="1"/>
            </p:cNvSpPr>
            <p:nvPr/>
          </p:nvSpPr>
          <p:spPr bwMode="auto">
            <a:xfrm>
              <a:off x="338" y="3149"/>
              <a:ext cx="66" cy="121"/>
            </a:xfrm>
            <a:custGeom>
              <a:avLst/>
              <a:gdLst>
                <a:gd name="T0" fmla="*/ 0 w 80"/>
                <a:gd name="T1" fmla="*/ 0 h 147"/>
                <a:gd name="T2" fmla="*/ 0 w 80"/>
                <a:gd name="T3" fmla="*/ 0 h 147"/>
                <a:gd name="T4" fmla="*/ 0 w 80"/>
                <a:gd name="T5" fmla="*/ 128 h 147"/>
                <a:gd name="T6" fmla="*/ 0 w 80"/>
                <a:gd name="T7" fmla="*/ 147 h 147"/>
                <a:gd name="T8" fmla="*/ 80 w 80"/>
                <a:gd name="T9" fmla="*/ 147 h 147"/>
                <a:gd name="T10" fmla="*/ 80 w 80"/>
                <a:gd name="T11" fmla="*/ 128 h 147"/>
                <a:gd name="T12" fmla="*/ 80 w 80"/>
                <a:gd name="T13" fmla="*/ 0 h 147"/>
                <a:gd name="T14" fmla="*/ 0 w 80"/>
                <a:gd name="T15" fmla="*/ 0 h 147"/>
                <a:gd name="T16" fmla="*/ 23 w 80"/>
                <a:gd name="T17" fmla="*/ 128 h 147"/>
                <a:gd name="T18" fmla="*/ 23 w 80"/>
                <a:gd name="T19" fmla="*/ 128 h 147"/>
                <a:gd name="T20" fmla="*/ 23 w 80"/>
                <a:gd name="T21" fmla="*/ 107 h 147"/>
                <a:gd name="T22" fmla="*/ 50 w 80"/>
                <a:gd name="T23" fmla="*/ 107 h 147"/>
                <a:gd name="T24" fmla="*/ 50 w 80"/>
                <a:gd name="T25" fmla="*/ 128 h 147"/>
                <a:gd name="T26" fmla="*/ 50 w 80"/>
                <a:gd name="T27" fmla="*/ 133 h 147"/>
                <a:gd name="T28" fmla="*/ 23 w 80"/>
                <a:gd name="T29" fmla="*/ 133 h 147"/>
                <a:gd name="T30" fmla="*/ 23 w 80"/>
                <a:gd name="T31" fmla="*/ 128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0" h="147">
                  <a:moveTo>
                    <a:pt x="0" y="0"/>
                  </a:moveTo>
                  <a:lnTo>
                    <a:pt x="0" y="0"/>
                  </a:lnTo>
                  <a:lnTo>
                    <a:pt x="0" y="128"/>
                  </a:lnTo>
                  <a:lnTo>
                    <a:pt x="0" y="147"/>
                  </a:lnTo>
                  <a:lnTo>
                    <a:pt x="80" y="147"/>
                  </a:lnTo>
                  <a:lnTo>
                    <a:pt x="80" y="128"/>
                  </a:lnTo>
                  <a:lnTo>
                    <a:pt x="80" y="0"/>
                  </a:lnTo>
                  <a:lnTo>
                    <a:pt x="0" y="0"/>
                  </a:lnTo>
                  <a:close/>
                  <a:moveTo>
                    <a:pt x="23" y="128"/>
                  </a:moveTo>
                  <a:lnTo>
                    <a:pt x="23" y="128"/>
                  </a:lnTo>
                  <a:lnTo>
                    <a:pt x="23" y="107"/>
                  </a:lnTo>
                  <a:lnTo>
                    <a:pt x="50" y="107"/>
                  </a:lnTo>
                  <a:lnTo>
                    <a:pt x="50" y="128"/>
                  </a:lnTo>
                  <a:lnTo>
                    <a:pt x="50" y="133"/>
                  </a:lnTo>
                  <a:lnTo>
                    <a:pt x="23" y="133"/>
                  </a:lnTo>
                  <a:lnTo>
                    <a:pt x="23" y="128"/>
                  </a:lnTo>
                  <a:close/>
                </a:path>
              </a:pathLst>
            </a:custGeom>
            <a:solidFill>
              <a:srgbClr val="C1C1C1"/>
            </a:solidFill>
            <a:ln w="0">
              <a:noFill/>
              <a:prstDash val="solid"/>
              <a:round/>
              <a:headEnd/>
              <a:tailEnd/>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0" name="Freeform 12">
              <a:extLst>
                <a:ext uri="{FF2B5EF4-FFF2-40B4-BE49-F238E27FC236}">
                  <a16:creationId xmlns:a16="http://schemas.microsoft.com/office/drawing/2014/main" id="{967C8C52-593A-4FBA-B6DF-BBC05D1D1D98}"/>
                </a:ext>
              </a:extLst>
            </p:cNvPr>
            <p:cNvSpPr>
              <a:spLocks noEditPoints="1"/>
            </p:cNvSpPr>
            <p:nvPr/>
          </p:nvSpPr>
          <p:spPr bwMode="auto">
            <a:xfrm>
              <a:off x="528" y="3156"/>
              <a:ext cx="154" cy="110"/>
            </a:xfrm>
            <a:custGeom>
              <a:avLst/>
              <a:gdLst>
                <a:gd name="T0" fmla="*/ 171 w 187"/>
                <a:gd name="T1" fmla="*/ 0 h 133"/>
                <a:gd name="T2" fmla="*/ 171 w 187"/>
                <a:gd name="T3" fmla="*/ 0 h 133"/>
                <a:gd name="T4" fmla="*/ 0 w 187"/>
                <a:gd name="T5" fmla="*/ 0 h 133"/>
                <a:gd name="T6" fmla="*/ 0 w 187"/>
                <a:gd name="T7" fmla="*/ 120 h 133"/>
                <a:gd name="T8" fmla="*/ 0 w 187"/>
                <a:gd name="T9" fmla="*/ 133 h 133"/>
                <a:gd name="T10" fmla="*/ 187 w 187"/>
                <a:gd name="T11" fmla="*/ 133 h 133"/>
                <a:gd name="T12" fmla="*/ 187 w 187"/>
                <a:gd name="T13" fmla="*/ 0 h 133"/>
                <a:gd name="T14" fmla="*/ 171 w 187"/>
                <a:gd name="T15" fmla="*/ 0 h 133"/>
                <a:gd name="T16" fmla="*/ 71 w 187"/>
                <a:gd name="T17" fmla="*/ 120 h 133"/>
                <a:gd name="T18" fmla="*/ 71 w 187"/>
                <a:gd name="T19" fmla="*/ 120 h 133"/>
                <a:gd name="T20" fmla="*/ 71 w 187"/>
                <a:gd name="T21" fmla="*/ 93 h 133"/>
                <a:gd name="T22" fmla="*/ 111 w 187"/>
                <a:gd name="T23" fmla="*/ 93 h 133"/>
                <a:gd name="T24" fmla="*/ 111 w 187"/>
                <a:gd name="T25" fmla="*/ 120 h 133"/>
                <a:gd name="T26" fmla="*/ 111 w 187"/>
                <a:gd name="T27" fmla="*/ 120 h 133"/>
                <a:gd name="T28" fmla="*/ 71 w 187"/>
                <a:gd name="T29" fmla="*/ 120 h 133"/>
                <a:gd name="T30" fmla="*/ 71 w 187"/>
                <a:gd name="T31" fmla="*/ 120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7" h="133">
                  <a:moveTo>
                    <a:pt x="171" y="0"/>
                  </a:moveTo>
                  <a:lnTo>
                    <a:pt x="171" y="0"/>
                  </a:lnTo>
                  <a:lnTo>
                    <a:pt x="0" y="0"/>
                  </a:lnTo>
                  <a:lnTo>
                    <a:pt x="0" y="120"/>
                  </a:lnTo>
                  <a:lnTo>
                    <a:pt x="0" y="133"/>
                  </a:lnTo>
                  <a:lnTo>
                    <a:pt x="187" y="133"/>
                  </a:lnTo>
                  <a:lnTo>
                    <a:pt x="187" y="0"/>
                  </a:lnTo>
                  <a:lnTo>
                    <a:pt x="171" y="0"/>
                  </a:lnTo>
                  <a:close/>
                  <a:moveTo>
                    <a:pt x="71" y="120"/>
                  </a:moveTo>
                  <a:lnTo>
                    <a:pt x="71" y="120"/>
                  </a:lnTo>
                  <a:lnTo>
                    <a:pt x="71" y="93"/>
                  </a:lnTo>
                  <a:lnTo>
                    <a:pt x="111" y="93"/>
                  </a:lnTo>
                  <a:lnTo>
                    <a:pt x="111" y="120"/>
                  </a:lnTo>
                  <a:lnTo>
                    <a:pt x="111" y="120"/>
                  </a:lnTo>
                  <a:lnTo>
                    <a:pt x="71" y="120"/>
                  </a:lnTo>
                  <a:lnTo>
                    <a:pt x="71" y="120"/>
                  </a:lnTo>
                  <a:close/>
                </a:path>
              </a:pathLst>
            </a:custGeom>
            <a:solidFill>
              <a:srgbClr val="D1D1D1"/>
            </a:solidFill>
            <a:ln w="0">
              <a:noFill/>
              <a:prstDash val="solid"/>
              <a:round/>
              <a:headEnd/>
              <a:tailEnd/>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1" name="Freeform 13">
              <a:extLst>
                <a:ext uri="{FF2B5EF4-FFF2-40B4-BE49-F238E27FC236}">
                  <a16:creationId xmlns:a16="http://schemas.microsoft.com/office/drawing/2014/main" id="{7954F8A9-4260-4855-B867-254172E57776}"/>
                </a:ext>
              </a:extLst>
            </p:cNvPr>
            <p:cNvSpPr>
              <a:spLocks noEditPoints="1"/>
            </p:cNvSpPr>
            <p:nvPr/>
          </p:nvSpPr>
          <p:spPr bwMode="auto">
            <a:xfrm>
              <a:off x="552" y="2960"/>
              <a:ext cx="135" cy="134"/>
            </a:xfrm>
            <a:custGeom>
              <a:avLst/>
              <a:gdLst>
                <a:gd name="T0" fmla="*/ 41 w 164"/>
                <a:gd name="T1" fmla="*/ 77 h 163"/>
                <a:gd name="T2" fmla="*/ 41 w 164"/>
                <a:gd name="T3" fmla="*/ 77 h 163"/>
                <a:gd name="T4" fmla="*/ 64 w 164"/>
                <a:gd name="T5" fmla="*/ 100 h 163"/>
                <a:gd name="T6" fmla="*/ 123 w 164"/>
                <a:gd name="T7" fmla="*/ 40 h 163"/>
                <a:gd name="T8" fmla="*/ 137 w 164"/>
                <a:gd name="T9" fmla="*/ 55 h 163"/>
                <a:gd name="T10" fmla="*/ 64 w 164"/>
                <a:gd name="T11" fmla="*/ 128 h 163"/>
                <a:gd name="T12" fmla="*/ 27 w 164"/>
                <a:gd name="T13" fmla="*/ 91 h 163"/>
                <a:gd name="T14" fmla="*/ 41 w 164"/>
                <a:gd name="T15" fmla="*/ 77 h 163"/>
                <a:gd name="T16" fmla="*/ 82 w 164"/>
                <a:gd name="T17" fmla="*/ 163 h 163"/>
                <a:gd name="T18" fmla="*/ 82 w 164"/>
                <a:gd name="T19" fmla="*/ 163 h 163"/>
                <a:gd name="T20" fmla="*/ 164 w 164"/>
                <a:gd name="T21" fmla="*/ 81 h 163"/>
                <a:gd name="T22" fmla="*/ 82 w 164"/>
                <a:gd name="T23" fmla="*/ 0 h 163"/>
                <a:gd name="T24" fmla="*/ 0 w 164"/>
                <a:gd name="T25" fmla="*/ 81 h 163"/>
                <a:gd name="T26" fmla="*/ 82 w 164"/>
                <a:gd name="T27" fmla="*/ 163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4" h="163">
                  <a:moveTo>
                    <a:pt x="41" y="77"/>
                  </a:moveTo>
                  <a:lnTo>
                    <a:pt x="41" y="77"/>
                  </a:lnTo>
                  <a:lnTo>
                    <a:pt x="64" y="100"/>
                  </a:lnTo>
                  <a:lnTo>
                    <a:pt x="123" y="40"/>
                  </a:lnTo>
                  <a:lnTo>
                    <a:pt x="137" y="55"/>
                  </a:lnTo>
                  <a:lnTo>
                    <a:pt x="64" y="128"/>
                  </a:lnTo>
                  <a:lnTo>
                    <a:pt x="27" y="91"/>
                  </a:lnTo>
                  <a:lnTo>
                    <a:pt x="41" y="77"/>
                  </a:lnTo>
                  <a:close/>
                  <a:moveTo>
                    <a:pt x="82" y="163"/>
                  </a:moveTo>
                  <a:lnTo>
                    <a:pt x="82" y="163"/>
                  </a:lnTo>
                  <a:cubicBezTo>
                    <a:pt x="128" y="163"/>
                    <a:pt x="164" y="126"/>
                    <a:pt x="164" y="81"/>
                  </a:cubicBezTo>
                  <a:cubicBezTo>
                    <a:pt x="164" y="36"/>
                    <a:pt x="128" y="0"/>
                    <a:pt x="82" y="0"/>
                  </a:cubicBezTo>
                  <a:cubicBezTo>
                    <a:pt x="37" y="0"/>
                    <a:pt x="0" y="36"/>
                    <a:pt x="0" y="81"/>
                  </a:cubicBezTo>
                  <a:cubicBezTo>
                    <a:pt x="0" y="126"/>
                    <a:pt x="37" y="163"/>
                    <a:pt x="82" y="163"/>
                  </a:cubicBezTo>
                  <a:close/>
                </a:path>
              </a:pathLst>
            </a:custGeom>
            <a:solidFill>
              <a:srgbClr val="ED1A3B"/>
            </a:solidFill>
            <a:ln w="0">
              <a:noFill/>
              <a:prstDash val="solid"/>
              <a:round/>
              <a:headEnd/>
              <a:tailEnd/>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2" name="Freeform 14">
              <a:extLst>
                <a:ext uri="{FF2B5EF4-FFF2-40B4-BE49-F238E27FC236}">
                  <a16:creationId xmlns:a16="http://schemas.microsoft.com/office/drawing/2014/main" id="{9C918563-948F-4D19-A087-F89ECABB9661}"/>
                </a:ext>
              </a:extLst>
            </p:cNvPr>
            <p:cNvSpPr>
              <a:spLocks/>
            </p:cNvSpPr>
            <p:nvPr/>
          </p:nvSpPr>
          <p:spPr bwMode="auto">
            <a:xfrm>
              <a:off x="337" y="3045"/>
              <a:ext cx="332" cy="264"/>
            </a:xfrm>
            <a:custGeom>
              <a:avLst/>
              <a:gdLst>
                <a:gd name="T0" fmla="*/ 0 w 403"/>
                <a:gd name="T1" fmla="*/ 99 h 320"/>
                <a:gd name="T2" fmla="*/ 0 w 403"/>
                <a:gd name="T3" fmla="*/ 99 h 320"/>
                <a:gd name="T4" fmla="*/ 1 w 403"/>
                <a:gd name="T5" fmla="*/ 99 h 320"/>
                <a:gd name="T6" fmla="*/ 81 w 403"/>
                <a:gd name="T7" fmla="*/ 99 h 320"/>
                <a:gd name="T8" fmla="*/ 108 w 403"/>
                <a:gd name="T9" fmla="*/ 126 h 320"/>
                <a:gd name="T10" fmla="*/ 108 w 403"/>
                <a:gd name="T11" fmla="*/ 254 h 320"/>
                <a:gd name="T12" fmla="*/ 189 w 403"/>
                <a:gd name="T13" fmla="*/ 254 h 320"/>
                <a:gd name="T14" fmla="*/ 189 w 403"/>
                <a:gd name="T15" fmla="*/ 294 h 320"/>
                <a:gd name="T16" fmla="*/ 136 w 403"/>
                <a:gd name="T17" fmla="*/ 294 h 320"/>
                <a:gd name="T18" fmla="*/ 136 w 403"/>
                <a:gd name="T19" fmla="*/ 320 h 320"/>
                <a:gd name="T20" fmla="*/ 269 w 403"/>
                <a:gd name="T21" fmla="*/ 320 h 320"/>
                <a:gd name="T22" fmla="*/ 269 w 403"/>
                <a:gd name="T23" fmla="*/ 294 h 320"/>
                <a:gd name="T24" fmla="*/ 232 w 403"/>
                <a:gd name="T25" fmla="*/ 294 h 320"/>
                <a:gd name="T26" fmla="*/ 228 w 403"/>
                <a:gd name="T27" fmla="*/ 294 h 320"/>
                <a:gd name="T28" fmla="*/ 216 w 403"/>
                <a:gd name="T29" fmla="*/ 288 h 320"/>
                <a:gd name="T30" fmla="*/ 206 w 403"/>
                <a:gd name="T31" fmla="*/ 267 h 320"/>
                <a:gd name="T32" fmla="*/ 206 w 403"/>
                <a:gd name="T33" fmla="*/ 254 h 320"/>
                <a:gd name="T34" fmla="*/ 206 w 403"/>
                <a:gd name="T35" fmla="*/ 134 h 320"/>
                <a:gd name="T36" fmla="*/ 232 w 403"/>
                <a:gd name="T37" fmla="*/ 107 h 320"/>
                <a:gd name="T38" fmla="*/ 403 w 403"/>
                <a:gd name="T39" fmla="*/ 107 h 320"/>
                <a:gd name="T40" fmla="*/ 403 w 403"/>
                <a:gd name="T41" fmla="*/ 71 h 320"/>
                <a:gd name="T42" fmla="*/ 343 w 403"/>
                <a:gd name="T43" fmla="*/ 89 h 320"/>
                <a:gd name="T44" fmla="*/ 235 w 403"/>
                <a:gd name="T45" fmla="*/ 0 h 320"/>
                <a:gd name="T46" fmla="*/ 107 w 403"/>
                <a:gd name="T47" fmla="*/ 0 h 320"/>
                <a:gd name="T48" fmla="*/ 0 w 403"/>
                <a:gd name="T49" fmla="*/ 0 h 320"/>
                <a:gd name="T50" fmla="*/ 0 w 403"/>
                <a:gd name="T51" fmla="*/ 99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03" h="320">
                  <a:moveTo>
                    <a:pt x="0" y="99"/>
                  </a:moveTo>
                  <a:lnTo>
                    <a:pt x="0" y="99"/>
                  </a:lnTo>
                  <a:cubicBezTo>
                    <a:pt x="1" y="99"/>
                    <a:pt x="1" y="99"/>
                    <a:pt x="1" y="99"/>
                  </a:cubicBezTo>
                  <a:lnTo>
                    <a:pt x="81" y="99"/>
                  </a:lnTo>
                  <a:cubicBezTo>
                    <a:pt x="96" y="99"/>
                    <a:pt x="108" y="111"/>
                    <a:pt x="108" y="126"/>
                  </a:cubicBezTo>
                  <a:lnTo>
                    <a:pt x="108" y="254"/>
                  </a:lnTo>
                  <a:lnTo>
                    <a:pt x="189" y="254"/>
                  </a:lnTo>
                  <a:lnTo>
                    <a:pt x="189" y="294"/>
                  </a:lnTo>
                  <a:lnTo>
                    <a:pt x="136" y="294"/>
                  </a:lnTo>
                  <a:lnTo>
                    <a:pt x="136" y="320"/>
                  </a:lnTo>
                  <a:lnTo>
                    <a:pt x="269" y="320"/>
                  </a:lnTo>
                  <a:lnTo>
                    <a:pt x="269" y="294"/>
                  </a:lnTo>
                  <a:lnTo>
                    <a:pt x="232" y="294"/>
                  </a:lnTo>
                  <a:cubicBezTo>
                    <a:pt x="231" y="294"/>
                    <a:pt x="229" y="294"/>
                    <a:pt x="228" y="294"/>
                  </a:cubicBezTo>
                  <a:cubicBezTo>
                    <a:pt x="223" y="293"/>
                    <a:pt x="219" y="291"/>
                    <a:pt x="216" y="288"/>
                  </a:cubicBezTo>
                  <a:cubicBezTo>
                    <a:pt x="210" y="283"/>
                    <a:pt x="206" y="276"/>
                    <a:pt x="206" y="267"/>
                  </a:cubicBezTo>
                  <a:lnTo>
                    <a:pt x="206" y="254"/>
                  </a:lnTo>
                  <a:lnTo>
                    <a:pt x="206" y="134"/>
                  </a:lnTo>
                  <a:cubicBezTo>
                    <a:pt x="206" y="119"/>
                    <a:pt x="218" y="107"/>
                    <a:pt x="232" y="107"/>
                  </a:cubicBezTo>
                  <a:lnTo>
                    <a:pt x="403" y="107"/>
                  </a:lnTo>
                  <a:lnTo>
                    <a:pt x="403" y="71"/>
                  </a:lnTo>
                  <a:cubicBezTo>
                    <a:pt x="385" y="82"/>
                    <a:pt x="365" y="89"/>
                    <a:pt x="343" y="89"/>
                  </a:cubicBezTo>
                  <a:cubicBezTo>
                    <a:pt x="290" y="89"/>
                    <a:pt x="245" y="51"/>
                    <a:pt x="235" y="0"/>
                  </a:cubicBezTo>
                  <a:lnTo>
                    <a:pt x="107" y="0"/>
                  </a:lnTo>
                  <a:lnTo>
                    <a:pt x="0" y="0"/>
                  </a:lnTo>
                  <a:lnTo>
                    <a:pt x="0" y="99"/>
                  </a:lnTo>
                  <a:close/>
                </a:path>
              </a:pathLst>
            </a:custGeom>
            <a:solidFill>
              <a:srgbClr val="C1C1C1"/>
            </a:solidFill>
            <a:ln w="0">
              <a:noFill/>
              <a:prstDash val="solid"/>
              <a:round/>
              <a:headEnd/>
              <a:tailEnd/>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grpSp>
        <p:nvGrpSpPr>
          <p:cNvPr id="95" name="Group 4">
            <a:extLst>
              <a:ext uri="{FF2B5EF4-FFF2-40B4-BE49-F238E27FC236}">
                <a16:creationId xmlns:a16="http://schemas.microsoft.com/office/drawing/2014/main" id="{AD586583-9C2B-41FA-AAFC-4B7DD8813894}"/>
              </a:ext>
            </a:extLst>
          </p:cNvPr>
          <p:cNvGrpSpPr>
            <a:grpSpLocks noChangeAspect="1"/>
          </p:cNvGrpSpPr>
          <p:nvPr/>
        </p:nvGrpSpPr>
        <p:grpSpPr bwMode="auto">
          <a:xfrm>
            <a:off x="342617" y="2823690"/>
            <a:ext cx="360000" cy="360001"/>
            <a:chOff x="155" y="1830"/>
            <a:chExt cx="375" cy="375"/>
          </a:xfrm>
        </p:grpSpPr>
        <p:sp>
          <p:nvSpPr>
            <p:cNvPr id="96" name="AutoShape 3">
              <a:extLst>
                <a:ext uri="{FF2B5EF4-FFF2-40B4-BE49-F238E27FC236}">
                  <a16:creationId xmlns:a16="http://schemas.microsoft.com/office/drawing/2014/main" id="{3189F76B-8640-476D-9824-9186ACAD23CF}"/>
                </a:ext>
              </a:extLst>
            </p:cNvPr>
            <p:cNvSpPr>
              <a:spLocks noChangeAspect="1" noChangeArrowheads="1" noTextEdit="1"/>
            </p:cNvSpPr>
            <p:nvPr/>
          </p:nvSpPr>
          <p:spPr bwMode="auto">
            <a:xfrm>
              <a:off x="155" y="1830"/>
              <a:ext cx="375"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97" name="Freeform 5">
              <a:extLst>
                <a:ext uri="{FF2B5EF4-FFF2-40B4-BE49-F238E27FC236}">
                  <a16:creationId xmlns:a16="http://schemas.microsoft.com/office/drawing/2014/main" id="{9D9DD2B8-A461-4DBF-A7F2-85F7160CCC8E}"/>
                </a:ext>
              </a:extLst>
            </p:cNvPr>
            <p:cNvSpPr>
              <a:spLocks noEditPoints="1"/>
            </p:cNvSpPr>
            <p:nvPr/>
          </p:nvSpPr>
          <p:spPr bwMode="auto">
            <a:xfrm>
              <a:off x="276" y="2141"/>
              <a:ext cx="73" cy="48"/>
            </a:xfrm>
            <a:custGeom>
              <a:avLst/>
              <a:gdLst>
                <a:gd name="T0" fmla="*/ 0 w 80"/>
                <a:gd name="T1" fmla="*/ 40 h 53"/>
                <a:gd name="T2" fmla="*/ 0 w 80"/>
                <a:gd name="T3" fmla="*/ 40 h 53"/>
                <a:gd name="T4" fmla="*/ 4 w 80"/>
                <a:gd name="T5" fmla="*/ 49 h 53"/>
                <a:gd name="T6" fmla="*/ 13 w 80"/>
                <a:gd name="T7" fmla="*/ 53 h 53"/>
                <a:gd name="T8" fmla="*/ 66 w 80"/>
                <a:gd name="T9" fmla="*/ 53 h 53"/>
                <a:gd name="T10" fmla="*/ 76 w 80"/>
                <a:gd name="T11" fmla="*/ 49 h 53"/>
                <a:gd name="T12" fmla="*/ 80 w 80"/>
                <a:gd name="T13" fmla="*/ 40 h 53"/>
                <a:gd name="T14" fmla="*/ 80 w 80"/>
                <a:gd name="T15" fmla="*/ 40 h 53"/>
                <a:gd name="T16" fmla="*/ 80 w 80"/>
                <a:gd name="T17" fmla="*/ 40 h 53"/>
                <a:gd name="T18" fmla="*/ 80 w 80"/>
                <a:gd name="T19" fmla="*/ 0 h 53"/>
                <a:gd name="T20" fmla="*/ 0 w 80"/>
                <a:gd name="T21" fmla="*/ 0 h 53"/>
                <a:gd name="T22" fmla="*/ 0 w 80"/>
                <a:gd name="T23" fmla="*/ 40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0" h="53">
                  <a:moveTo>
                    <a:pt x="0" y="40"/>
                  </a:moveTo>
                  <a:lnTo>
                    <a:pt x="0" y="40"/>
                  </a:lnTo>
                  <a:cubicBezTo>
                    <a:pt x="0" y="43"/>
                    <a:pt x="1" y="46"/>
                    <a:pt x="4" y="49"/>
                  </a:cubicBezTo>
                  <a:cubicBezTo>
                    <a:pt x="6" y="52"/>
                    <a:pt x="10" y="53"/>
                    <a:pt x="13" y="53"/>
                  </a:cubicBezTo>
                  <a:lnTo>
                    <a:pt x="66" y="53"/>
                  </a:lnTo>
                  <a:cubicBezTo>
                    <a:pt x="70" y="53"/>
                    <a:pt x="73" y="52"/>
                    <a:pt x="76" y="49"/>
                  </a:cubicBezTo>
                  <a:cubicBezTo>
                    <a:pt x="78" y="46"/>
                    <a:pt x="80" y="43"/>
                    <a:pt x="80" y="40"/>
                  </a:cubicBezTo>
                  <a:moveTo>
                    <a:pt x="80" y="40"/>
                  </a:moveTo>
                  <a:lnTo>
                    <a:pt x="80" y="40"/>
                  </a:lnTo>
                  <a:lnTo>
                    <a:pt x="80" y="0"/>
                  </a:lnTo>
                  <a:lnTo>
                    <a:pt x="0" y="0"/>
                  </a:lnTo>
                  <a:lnTo>
                    <a:pt x="0" y="40"/>
                  </a:lnTo>
                </a:path>
              </a:pathLst>
            </a:custGeom>
            <a:solidFill>
              <a:srgbClr val="2F2F2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de-DE"/>
            </a:p>
          </p:txBody>
        </p:sp>
        <p:sp>
          <p:nvSpPr>
            <p:cNvPr id="98" name="Freeform 6">
              <a:extLst>
                <a:ext uri="{FF2B5EF4-FFF2-40B4-BE49-F238E27FC236}">
                  <a16:creationId xmlns:a16="http://schemas.microsoft.com/office/drawing/2014/main" id="{A0A45ACA-8B38-41D4-AAFF-DE9306F354D0}"/>
                </a:ext>
              </a:extLst>
            </p:cNvPr>
            <p:cNvSpPr>
              <a:spLocks/>
            </p:cNvSpPr>
            <p:nvPr/>
          </p:nvSpPr>
          <p:spPr bwMode="auto">
            <a:xfrm>
              <a:off x="372" y="1850"/>
              <a:ext cx="122" cy="169"/>
            </a:xfrm>
            <a:custGeom>
              <a:avLst/>
              <a:gdLst>
                <a:gd name="T0" fmla="*/ 0 w 134"/>
                <a:gd name="T1" fmla="*/ 186 h 186"/>
                <a:gd name="T2" fmla="*/ 0 w 134"/>
                <a:gd name="T3" fmla="*/ 186 h 186"/>
                <a:gd name="T4" fmla="*/ 134 w 134"/>
                <a:gd name="T5" fmla="*/ 186 h 186"/>
                <a:gd name="T6" fmla="*/ 134 w 134"/>
                <a:gd name="T7" fmla="*/ 0 h 186"/>
                <a:gd name="T8" fmla="*/ 0 w 134"/>
                <a:gd name="T9" fmla="*/ 0 h 186"/>
                <a:gd name="T10" fmla="*/ 0 w 134"/>
                <a:gd name="T11" fmla="*/ 186 h 186"/>
              </a:gdLst>
              <a:ahLst/>
              <a:cxnLst>
                <a:cxn ang="0">
                  <a:pos x="T0" y="T1"/>
                </a:cxn>
                <a:cxn ang="0">
                  <a:pos x="T2" y="T3"/>
                </a:cxn>
                <a:cxn ang="0">
                  <a:pos x="T4" y="T5"/>
                </a:cxn>
                <a:cxn ang="0">
                  <a:pos x="T6" y="T7"/>
                </a:cxn>
                <a:cxn ang="0">
                  <a:pos x="T8" y="T9"/>
                </a:cxn>
                <a:cxn ang="0">
                  <a:pos x="T10" y="T11"/>
                </a:cxn>
              </a:cxnLst>
              <a:rect l="0" t="0" r="r" b="b"/>
              <a:pathLst>
                <a:path w="134" h="186">
                  <a:moveTo>
                    <a:pt x="0" y="186"/>
                  </a:moveTo>
                  <a:lnTo>
                    <a:pt x="0" y="186"/>
                  </a:lnTo>
                  <a:lnTo>
                    <a:pt x="134" y="186"/>
                  </a:lnTo>
                  <a:lnTo>
                    <a:pt x="134" y="0"/>
                  </a:lnTo>
                  <a:lnTo>
                    <a:pt x="0" y="0"/>
                  </a:lnTo>
                  <a:lnTo>
                    <a:pt x="0" y="186"/>
                  </a:lnTo>
                  <a:close/>
                </a:path>
              </a:pathLst>
            </a:custGeom>
            <a:solidFill>
              <a:srgbClr val="C1C1C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de-DE"/>
            </a:p>
          </p:txBody>
        </p:sp>
        <p:sp>
          <p:nvSpPr>
            <p:cNvPr id="99" name="Freeform 7">
              <a:extLst>
                <a:ext uri="{FF2B5EF4-FFF2-40B4-BE49-F238E27FC236}">
                  <a16:creationId xmlns:a16="http://schemas.microsoft.com/office/drawing/2014/main" id="{ADBFD051-EF7F-430B-9E86-11FAC5FCFF63}"/>
                </a:ext>
              </a:extLst>
            </p:cNvPr>
            <p:cNvSpPr>
              <a:spLocks/>
            </p:cNvSpPr>
            <p:nvPr/>
          </p:nvSpPr>
          <p:spPr bwMode="auto">
            <a:xfrm>
              <a:off x="400" y="1874"/>
              <a:ext cx="48" cy="24"/>
            </a:xfrm>
            <a:custGeom>
              <a:avLst/>
              <a:gdLst>
                <a:gd name="T0" fmla="*/ 0 w 53"/>
                <a:gd name="T1" fmla="*/ 0 h 27"/>
                <a:gd name="T2" fmla="*/ 0 w 53"/>
                <a:gd name="T3" fmla="*/ 0 h 27"/>
                <a:gd name="T4" fmla="*/ 53 w 53"/>
                <a:gd name="T5" fmla="*/ 0 h 27"/>
                <a:gd name="T6" fmla="*/ 53 w 53"/>
                <a:gd name="T7" fmla="*/ 27 h 27"/>
                <a:gd name="T8" fmla="*/ 0 w 53"/>
                <a:gd name="T9" fmla="*/ 27 h 27"/>
                <a:gd name="T10" fmla="*/ 0 w 53"/>
                <a:gd name="T11" fmla="*/ 0 h 27"/>
              </a:gdLst>
              <a:ahLst/>
              <a:cxnLst>
                <a:cxn ang="0">
                  <a:pos x="T0" y="T1"/>
                </a:cxn>
                <a:cxn ang="0">
                  <a:pos x="T2" y="T3"/>
                </a:cxn>
                <a:cxn ang="0">
                  <a:pos x="T4" y="T5"/>
                </a:cxn>
                <a:cxn ang="0">
                  <a:pos x="T6" y="T7"/>
                </a:cxn>
                <a:cxn ang="0">
                  <a:pos x="T8" y="T9"/>
                </a:cxn>
                <a:cxn ang="0">
                  <a:pos x="T10" y="T11"/>
                </a:cxn>
              </a:cxnLst>
              <a:rect l="0" t="0" r="r" b="b"/>
              <a:pathLst>
                <a:path w="53" h="27">
                  <a:moveTo>
                    <a:pt x="0" y="0"/>
                  </a:moveTo>
                  <a:lnTo>
                    <a:pt x="0" y="0"/>
                  </a:lnTo>
                  <a:lnTo>
                    <a:pt x="53" y="0"/>
                  </a:lnTo>
                  <a:lnTo>
                    <a:pt x="53" y="27"/>
                  </a:lnTo>
                  <a:lnTo>
                    <a:pt x="0" y="27"/>
                  </a:lnTo>
                  <a:lnTo>
                    <a:pt x="0" y="0"/>
                  </a:lnTo>
                  <a:close/>
                </a:path>
              </a:pathLst>
            </a:custGeom>
            <a:solidFill>
              <a:srgbClr val="ED1A3B"/>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de-DE"/>
            </a:p>
          </p:txBody>
        </p:sp>
        <p:sp>
          <p:nvSpPr>
            <p:cNvPr id="100" name="Freeform 8">
              <a:extLst>
                <a:ext uri="{FF2B5EF4-FFF2-40B4-BE49-F238E27FC236}">
                  <a16:creationId xmlns:a16="http://schemas.microsoft.com/office/drawing/2014/main" id="{2787D889-A0C4-4BBB-BE3B-8821F6596EDA}"/>
                </a:ext>
              </a:extLst>
            </p:cNvPr>
            <p:cNvSpPr>
              <a:spLocks/>
            </p:cNvSpPr>
            <p:nvPr/>
          </p:nvSpPr>
          <p:spPr bwMode="auto">
            <a:xfrm>
              <a:off x="400" y="1923"/>
              <a:ext cx="48" cy="23"/>
            </a:xfrm>
            <a:custGeom>
              <a:avLst/>
              <a:gdLst>
                <a:gd name="T0" fmla="*/ 0 w 53"/>
                <a:gd name="T1" fmla="*/ 0 h 26"/>
                <a:gd name="T2" fmla="*/ 0 w 53"/>
                <a:gd name="T3" fmla="*/ 0 h 26"/>
                <a:gd name="T4" fmla="*/ 53 w 53"/>
                <a:gd name="T5" fmla="*/ 0 h 26"/>
                <a:gd name="T6" fmla="*/ 53 w 53"/>
                <a:gd name="T7" fmla="*/ 26 h 26"/>
                <a:gd name="T8" fmla="*/ 0 w 53"/>
                <a:gd name="T9" fmla="*/ 26 h 26"/>
                <a:gd name="T10" fmla="*/ 0 w 53"/>
                <a:gd name="T11" fmla="*/ 0 h 26"/>
              </a:gdLst>
              <a:ahLst/>
              <a:cxnLst>
                <a:cxn ang="0">
                  <a:pos x="T0" y="T1"/>
                </a:cxn>
                <a:cxn ang="0">
                  <a:pos x="T2" y="T3"/>
                </a:cxn>
                <a:cxn ang="0">
                  <a:pos x="T4" y="T5"/>
                </a:cxn>
                <a:cxn ang="0">
                  <a:pos x="T6" y="T7"/>
                </a:cxn>
                <a:cxn ang="0">
                  <a:pos x="T8" y="T9"/>
                </a:cxn>
                <a:cxn ang="0">
                  <a:pos x="T10" y="T11"/>
                </a:cxn>
              </a:cxnLst>
              <a:rect l="0" t="0" r="r" b="b"/>
              <a:pathLst>
                <a:path w="53" h="26">
                  <a:moveTo>
                    <a:pt x="0" y="0"/>
                  </a:moveTo>
                  <a:lnTo>
                    <a:pt x="0" y="0"/>
                  </a:lnTo>
                  <a:lnTo>
                    <a:pt x="53" y="0"/>
                  </a:lnTo>
                  <a:lnTo>
                    <a:pt x="53" y="26"/>
                  </a:lnTo>
                  <a:lnTo>
                    <a:pt x="0" y="26"/>
                  </a:lnTo>
                  <a:lnTo>
                    <a:pt x="0" y="0"/>
                  </a:lnTo>
                  <a:close/>
                </a:path>
              </a:pathLst>
            </a:custGeom>
            <a:solidFill>
              <a:srgbClr val="ED1A3B"/>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de-DE"/>
            </a:p>
          </p:txBody>
        </p:sp>
        <p:sp>
          <p:nvSpPr>
            <p:cNvPr id="101" name="Freeform 9">
              <a:extLst>
                <a:ext uri="{FF2B5EF4-FFF2-40B4-BE49-F238E27FC236}">
                  <a16:creationId xmlns:a16="http://schemas.microsoft.com/office/drawing/2014/main" id="{0B229641-1C25-49A2-ADD6-4FE68899F6E6}"/>
                </a:ext>
              </a:extLst>
            </p:cNvPr>
            <p:cNvSpPr>
              <a:spLocks/>
            </p:cNvSpPr>
            <p:nvPr/>
          </p:nvSpPr>
          <p:spPr bwMode="auto">
            <a:xfrm>
              <a:off x="400" y="1971"/>
              <a:ext cx="72" cy="25"/>
            </a:xfrm>
            <a:custGeom>
              <a:avLst/>
              <a:gdLst>
                <a:gd name="T0" fmla="*/ 80 w 80"/>
                <a:gd name="T1" fmla="*/ 27 h 27"/>
                <a:gd name="T2" fmla="*/ 80 w 80"/>
                <a:gd name="T3" fmla="*/ 27 h 27"/>
                <a:gd name="T4" fmla="*/ 0 w 80"/>
                <a:gd name="T5" fmla="*/ 27 h 27"/>
                <a:gd name="T6" fmla="*/ 0 w 80"/>
                <a:gd name="T7" fmla="*/ 0 h 27"/>
                <a:gd name="T8" fmla="*/ 80 w 80"/>
                <a:gd name="T9" fmla="*/ 0 h 27"/>
                <a:gd name="T10" fmla="*/ 80 w 80"/>
                <a:gd name="T11" fmla="*/ 27 h 27"/>
              </a:gdLst>
              <a:ahLst/>
              <a:cxnLst>
                <a:cxn ang="0">
                  <a:pos x="T0" y="T1"/>
                </a:cxn>
                <a:cxn ang="0">
                  <a:pos x="T2" y="T3"/>
                </a:cxn>
                <a:cxn ang="0">
                  <a:pos x="T4" y="T5"/>
                </a:cxn>
                <a:cxn ang="0">
                  <a:pos x="T6" y="T7"/>
                </a:cxn>
                <a:cxn ang="0">
                  <a:pos x="T8" y="T9"/>
                </a:cxn>
                <a:cxn ang="0">
                  <a:pos x="T10" y="T11"/>
                </a:cxn>
              </a:cxnLst>
              <a:rect l="0" t="0" r="r" b="b"/>
              <a:pathLst>
                <a:path w="80" h="27">
                  <a:moveTo>
                    <a:pt x="80" y="27"/>
                  </a:moveTo>
                  <a:lnTo>
                    <a:pt x="80" y="27"/>
                  </a:lnTo>
                  <a:lnTo>
                    <a:pt x="0" y="27"/>
                  </a:lnTo>
                  <a:lnTo>
                    <a:pt x="0" y="0"/>
                  </a:lnTo>
                  <a:lnTo>
                    <a:pt x="80" y="0"/>
                  </a:lnTo>
                  <a:lnTo>
                    <a:pt x="80" y="27"/>
                  </a:lnTo>
                  <a:close/>
                </a:path>
              </a:pathLst>
            </a:custGeom>
            <a:solidFill>
              <a:srgbClr val="ED1A3B"/>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de-DE"/>
            </a:p>
          </p:txBody>
        </p:sp>
        <p:sp>
          <p:nvSpPr>
            <p:cNvPr id="102" name="Freeform 10">
              <a:extLst>
                <a:ext uri="{FF2B5EF4-FFF2-40B4-BE49-F238E27FC236}">
                  <a16:creationId xmlns:a16="http://schemas.microsoft.com/office/drawing/2014/main" id="{668AAC18-FDE7-48D6-AE83-C35DBFCBF415}"/>
                </a:ext>
              </a:extLst>
            </p:cNvPr>
            <p:cNvSpPr>
              <a:spLocks/>
            </p:cNvSpPr>
            <p:nvPr/>
          </p:nvSpPr>
          <p:spPr bwMode="auto">
            <a:xfrm>
              <a:off x="203" y="1850"/>
              <a:ext cx="178" cy="266"/>
            </a:xfrm>
            <a:custGeom>
              <a:avLst/>
              <a:gdLst>
                <a:gd name="T0" fmla="*/ 160 w 195"/>
                <a:gd name="T1" fmla="*/ 293 h 293"/>
                <a:gd name="T2" fmla="*/ 160 w 195"/>
                <a:gd name="T3" fmla="*/ 293 h 293"/>
                <a:gd name="T4" fmla="*/ 171 w 195"/>
                <a:gd name="T5" fmla="*/ 250 h 293"/>
                <a:gd name="T6" fmla="*/ 195 w 195"/>
                <a:gd name="T7" fmla="*/ 213 h 293"/>
                <a:gd name="T8" fmla="*/ 160 w 195"/>
                <a:gd name="T9" fmla="*/ 213 h 293"/>
                <a:gd name="T10" fmla="*/ 160 w 195"/>
                <a:gd name="T11" fmla="*/ 7 h 293"/>
                <a:gd name="T12" fmla="*/ 140 w 195"/>
                <a:gd name="T13" fmla="*/ 1 h 293"/>
                <a:gd name="T14" fmla="*/ 120 w 195"/>
                <a:gd name="T15" fmla="*/ 0 h 293"/>
                <a:gd name="T16" fmla="*/ 73 w 195"/>
                <a:gd name="T17" fmla="*/ 9 h 293"/>
                <a:gd name="T18" fmla="*/ 35 w 195"/>
                <a:gd name="T19" fmla="*/ 35 h 293"/>
                <a:gd name="T20" fmla="*/ 9 w 195"/>
                <a:gd name="T21" fmla="*/ 73 h 293"/>
                <a:gd name="T22" fmla="*/ 0 w 195"/>
                <a:gd name="T23" fmla="*/ 120 h 293"/>
                <a:gd name="T24" fmla="*/ 9 w 195"/>
                <a:gd name="T25" fmla="*/ 165 h 293"/>
                <a:gd name="T26" fmla="*/ 36 w 195"/>
                <a:gd name="T27" fmla="*/ 203 h 293"/>
                <a:gd name="T28" fmla="*/ 66 w 195"/>
                <a:gd name="T29" fmla="*/ 244 h 293"/>
                <a:gd name="T30" fmla="*/ 79 w 195"/>
                <a:gd name="T31" fmla="*/ 293 h 293"/>
                <a:gd name="T32" fmla="*/ 160 w 195"/>
                <a:gd name="T33" fmla="*/ 293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95" h="293">
                  <a:moveTo>
                    <a:pt x="160" y="293"/>
                  </a:moveTo>
                  <a:lnTo>
                    <a:pt x="160" y="293"/>
                  </a:lnTo>
                  <a:cubicBezTo>
                    <a:pt x="162" y="278"/>
                    <a:pt x="165" y="264"/>
                    <a:pt x="171" y="250"/>
                  </a:cubicBezTo>
                  <a:cubicBezTo>
                    <a:pt x="177" y="237"/>
                    <a:pt x="185" y="224"/>
                    <a:pt x="195" y="213"/>
                  </a:cubicBezTo>
                  <a:lnTo>
                    <a:pt x="160" y="213"/>
                  </a:lnTo>
                  <a:lnTo>
                    <a:pt x="160" y="7"/>
                  </a:lnTo>
                  <a:cubicBezTo>
                    <a:pt x="153" y="4"/>
                    <a:pt x="147" y="2"/>
                    <a:pt x="140" y="1"/>
                  </a:cubicBezTo>
                  <a:cubicBezTo>
                    <a:pt x="133" y="0"/>
                    <a:pt x="127" y="0"/>
                    <a:pt x="120" y="0"/>
                  </a:cubicBezTo>
                  <a:cubicBezTo>
                    <a:pt x="103" y="0"/>
                    <a:pt x="88" y="3"/>
                    <a:pt x="73" y="9"/>
                  </a:cubicBezTo>
                  <a:cubicBezTo>
                    <a:pt x="59" y="15"/>
                    <a:pt x="46" y="24"/>
                    <a:pt x="35" y="35"/>
                  </a:cubicBezTo>
                  <a:cubicBezTo>
                    <a:pt x="24" y="46"/>
                    <a:pt x="16" y="58"/>
                    <a:pt x="9" y="73"/>
                  </a:cubicBezTo>
                  <a:cubicBezTo>
                    <a:pt x="3" y="87"/>
                    <a:pt x="0" y="103"/>
                    <a:pt x="0" y="120"/>
                  </a:cubicBezTo>
                  <a:cubicBezTo>
                    <a:pt x="0" y="136"/>
                    <a:pt x="3" y="151"/>
                    <a:pt x="9" y="165"/>
                  </a:cubicBezTo>
                  <a:cubicBezTo>
                    <a:pt x="15" y="179"/>
                    <a:pt x="24" y="191"/>
                    <a:pt x="36" y="203"/>
                  </a:cubicBezTo>
                  <a:cubicBezTo>
                    <a:pt x="48" y="216"/>
                    <a:pt x="58" y="230"/>
                    <a:pt x="66" y="244"/>
                  </a:cubicBezTo>
                  <a:cubicBezTo>
                    <a:pt x="73" y="259"/>
                    <a:pt x="78" y="275"/>
                    <a:pt x="79" y="293"/>
                  </a:cubicBezTo>
                  <a:lnTo>
                    <a:pt x="160" y="293"/>
                  </a:lnTo>
                  <a:close/>
                </a:path>
              </a:pathLst>
            </a:custGeom>
            <a:solidFill>
              <a:srgbClr val="C1C1C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de-DE"/>
            </a:p>
          </p:txBody>
        </p:sp>
      </p:grpSp>
      <p:grpSp>
        <p:nvGrpSpPr>
          <p:cNvPr id="103" name="Group 10">
            <a:extLst>
              <a:ext uri="{FF2B5EF4-FFF2-40B4-BE49-F238E27FC236}">
                <a16:creationId xmlns:a16="http://schemas.microsoft.com/office/drawing/2014/main" id="{EAEFFB75-BC56-439F-839D-0B3350CF13F5}"/>
              </a:ext>
            </a:extLst>
          </p:cNvPr>
          <p:cNvGrpSpPr>
            <a:grpSpLocks noChangeAspect="1"/>
          </p:cNvGrpSpPr>
          <p:nvPr/>
        </p:nvGrpSpPr>
        <p:grpSpPr bwMode="auto">
          <a:xfrm>
            <a:off x="342617" y="1617485"/>
            <a:ext cx="360000" cy="360000"/>
            <a:chOff x="658" y="328"/>
            <a:chExt cx="341" cy="341"/>
          </a:xfrm>
        </p:grpSpPr>
        <p:sp>
          <p:nvSpPr>
            <p:cNvPr id="104" name="AutoShape 9">
              <a:extLst>
                <a:ext uri="{FF2B5EF4-FFF2-40B4-BE49-F238E27FC236}">
                  <a16:creationId xmlns:a16="http://schemas.microsoft.com/office/drawing/2014/main" id="{2ACFC6BB-43F0-4EED-9308-C891C0495342}"/>
                </a:ext>
              </a:extLst>
            </p:cNvPr>
            <p:cNvSpPr>
              <a:spLocks noChangeAspect="1" noChangeArrowheads="1" noTextEdit="1"/>
            </p:cNvSpPr>
            <p:nvPr/>
          </p:nvSpPr>
          <p:spPr bwMode="auto">
            <a:xfrm>
              <a:off x="658" y="328"/>
              <a:ext cx="341" cy="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DE"/>
            </a:p>
          </p:txBody>
        </p:sp>
        <p:sp>
          <p:nvSpPr>
            <p:cNvPr id="105" name="Freeform 11">
              <a:extLst>
                <a:ext uri="{FF2B5EF4-FFF2-40B4-BE49-F238E27FC236}">
                  <a16:creationId xmlns:a16="http://schemas.microsoft.com/office/drawing/2014/main" id="{751DA019-0BA5-4C48-8BD6-363144D26C5B}"/>
                </a:ext>
              </a:extLst>
            </p:cNvPr>
            <p:cNvSpPr>
              <a:spLocks/>
            </p:cNvSpPr>
            <p:nvPr/>
          </p:nvSpPr>
          <p:spPr bwMode="auto">
            <a:xfrm>
              <a:off x="697" y="575"/>
              <a:ext cx="274" cy="76"/>
            </a:xfrm>
            <a:custGeom>
              <a:avLst/>
              <a:gdLst>
                <a:gd name="T0" fmla="*/ 252 w 332"/>
                <a:gd name="T1" fmla="*/ 25 h 92"/>
                <a:gd name="T2" fmla="*/ 252 w 332"/>
                <a:gd name="T3" fmla="*/ 25 h 92"/>
                <a:gd name="T4" fmla="*/ 207 w 332"/>
                <a:gd name="T5" fmla="*/ 30 h 92"/>
                <a:gd name="T6" fmla="*/ 166 w 332"/>
                <a:gd name="T7" fmla="*/ 31 h 92"/>
                <a:gd name="T8" fmla="*/ 124 w 332"/>
                <a:gd name="T9" fmla="*/ 30 h 92"/>
                <a:gd name="T10" fmla="*/ 80 w 332"/>
                <a:gd name="T11" fmla="*/ 25 h 92"/>
                <a:gd name="T12" fmla="*/ 37 w 332"/>
                <a:gd name="T13" fmla="*/ 15 h 92"/>
                <a:gd name="T14" fmla="*/ 0 w 332"/>
                <a:gd name="T15" fmla="*/ 0 h 92"/>
                <a:gd name="T16" fmla="*/ 0 w 332"/>
                <a:gd name="T17" fmla="*/ 46 h 92"/>
                <a:gd name="T18" fmla="*/ 5 w 332"/>
                <a:gd name="T19" fmla="*/ 56 h 92"/>
                <a:gd name="T20" fmla="*/ 17 w 332"/>
                <a:gd name="T21" fmla="*/ 64 h 92"/>
                <a:gd name="T22" fmla="*/ 31 w 332"/>
                <a:gd name="T23" fmla="*/ 71 h 92"/>
                <a:gd name="T24" fmla="*/ 42 w 332"/>
                <a:gd name="T25" fmla="*/ 75 h 92"/>
                <a:gd name="T26" fmla="*/ 71 w 332"/>
                <a:gd name="T27" fmla="*/ 83 h 92"/>
                <a:gd name="T28" fmla="*/ 103 w 332"/>
                <a:gd name="T29" fmla="*/ 88 h 92"/>
                <a:gd name="T30" fmla="*/ 135 w 332"/>
                <a:gd name="T31" fmla="*/ 91 h 92"/>
                <a:gd name="T32" fmla="*/ 166 w 332"/>
                <a:gd name="T33" fmla="*/ 92 h 92"/>
                <a:gd name="T34" fmla="*/ 196 w 332"/>
                <a:gd name="T35" fmla="*/ 91 h 92"/>
                <a:gd name="T36" fmla="*/ 229 w 332"/>
                <a:gd name="T37" fmla="*/ 88 h 92"/>
                <a:gd name="T38" fmla="*/ 260 w 332"/>
                <a:gd name="T39" fmla="*/ 83 h 92"/>
                <a:gd name="T40" fmla="*/ 289 w 332"/>
                <a:gd name="T41" fmla="*/ 75 h 92"/>
                <a:gd name="T42" fmla="*/ 301 w 332"/>
                <a:gd name="T43" fmla="*/ 71 h 92"/>
                <a:gd name="T44" fmla="*/ 315 w 332"/>
                <a:gd name="T45" fmla="*/ 64 h 92"/>
                <a:gd name="T46" fmla="*/ 327 w 332"/>
                <a:gd name="T47" fmla="*/ 56 h 92"/>
                <a:gd name="T48" fmla="*/ 332 w 332"/>
                <a:gd name="T49" fmla="*/ 46 h 92"/>
                <a:gd name="T50" fmla="*/ 332 w 332"/>
                <a:gd name="T51" fmla="*/ 0 h 92"/>
                <a:gd name="T52" fmla="*/ 294 w 332"/>
                <a:gd name="T53" fmla="*/ 15 h 92"/>
                <a:gd name="T54" fmla="*/ 252 w 332"/>
                <a:gd name="T55" fmla="*/ 25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32" h="92">
                  <a:moveTo>
                    <a:pt x="252" y="25"/>
                  </a:moveTo>
                  <a:lnTo>
                    <a:pt x="252" y="25"/>
                  </a:lnTo>
                  <a:cubicBezTo>
                    <a:pt x="237" y="27"/>
                    <a:pt x="222" y="29"/>
                    <a:pt x="207" y="30"/>
                  </a:cubicBezTo>
                  <a:cubicBezTo>
                    <a:pt x="192" y="31"/>
                    <a:pt x="179" y="31"/>
                    <a:pt x="166" y="31"/>
                  </a:cubicBezTo>
                  <a:cubicBezTo>
                    <a:pt x="153" y="31"/>
                    <a:pt x="139" y="31"/>
                    <a:pt x="124" y="30"/>
                  </a:cubicBezTo>
                  <a:cubicBezTo>
                    <a:pt x="110" y="29"/>
                    <a:pt x="95" y="27"/>
                    <a:pt x="80" y="25"/>
                  </a:cubicBezTo>
                  <a:cubicBezTo>
                    <a:pt x="65" y="22"/>
                    <a:pt x="51" y="19"/>
                    <a:pt x="37" y="15"/>
                  </a:cubicBezTo>
                  <a:cubicBezTo>
                    <a:pt x="23" y="11"/>
                    <a:pt x="11" y="6"/>
                    <a:pt x="0" y="0"/>
                  </a:cubicBezTo>
                  <a:lnTo>
                    <a:pt x="0" y="46"/>
                  </a:lnTo>
                  <a:cubicBezTo>
                    <a:pt x="0" y="50"/>
                    <a:pt x="2" y="53"/>
                    <a:pt x="5" y="56"/>
                  </a:cubicBezTo>
                  <a:cubicBezTo>
                    <a:pt x="8" y="59"/>
                    <a:pt x="12" y="62"/>
                    <a:pt x="17" y="64"/>
                  </a:cubicBezTo>
                  <a:cubicBezTo>
                    <a:pt x="21" y="67"/>
                    <a:pt x="26" y="69"/>
                    <a:pt x="31" y="71"/>
                  </a:cubicBezTo>
                  <a:cubicBezTo>
                    <a:pt x="36" y="73"/>
                    <a:pt x="40" y="74"/>
                    <a:pt x="42" y="75"/>
                  </a:cubicBezTo>
                  <a:cubicBezTo>
                    <a:pt x="51" y="79"/>
                    <a:pt x="61" y="81"/>
                    <a:pt x="71" y="83"/>
                  </a:cubicBezTo>
                  <a:cubicBezTo>
                    <a:pt x="82" y="85"/>
                    <a:pt x="92" y="87"/>
                    <a:pt x="103" y="88"/>
                  </a:cubicBezTo>
                  <a:cubicBezTo>
                    <a:pt x="114" y="90"/>
                    <a:pt x="125" y="91"/>
                    <a:pt x="135" y="91"/>
                  </a:cubicBezTo>
                  <a:cubicBezTo>
                    <a:pt x="146" y="92"/>
                    <a:pt x="156" y="92"/>
                    <a:pt x="166" y="92"/>
                  </a:cubicBezTo>
                  <a:cubicBezTo>
                    <a:pt x="176" y="92"/>
                    <a:pt x="186" y="92"/>
                    <a:pt x="196" y="91"/>
                  </a:cubicBezTo>
                  <a:cubicBezTo>
                    <a:pt x="207" y="91"/>
                    <a:pt x="218" y="90"/>
                    <a:pt x="229" y="88"/>
                  </a:cubicBezTo>
                  <a:cubicBezTo>
                    <a:pt x="239" y="87"/>
                    <a:pt x="250" y="85"/>
                    <a:pt x="260" y="83"/>
                  </a:cubicBezTo>
                  <a:cubicBezTo>
                    <a:pt x="271" y="81"/>
                    <a:pt x="280" y="79"/>
                    <a:pt x="289" y="75"/>
                  </a:cubicBezTo>
                  <a:cubicBezTo>
                    <a:pt x="292" y="74"/>
                    <a:pt x="296" y="73"/>
                    <a:pt x="301" y="71"/>
                  </a:cubicBezTo>
                  <a:cubicBezTo>
                    <a:pt x="306" y="69"/>
                    <a:pt x="310" y="67"/>
                    <a:pt x="315" y="64"/>
                  </a:cubicBezTo>
                  <a:cubicBezTo>
                    <a:pt x="319" y="62"/>
                    <a:pt x="323" y="59"/>
                    <a:pt x="327" y="56"/>
                  </a:cubicBezTo>
                  <a:cubicBezTo>
                    <a:pt x="330" y="53"/>
                    <a:pt x="332" y="50"/>
                    <a:pt x="332" y="46"/>
                  </a:cubicBezTo>
                  <a:lnTo>
                    <a:pt x="332" y="0"/>
                  </a:lnTo>
                  <a:cubicBezTo>
                    <a:pt x="321" y="6"/>
                    <a:pt x="308" y="11"/>
                    <a:pt x="294" y="15"/>
                  </a:cubicBezTo>
                  <a:cubicBezTo>
                    <a:pt x="281" y="19"/>
                    <a:pt x="266" y="22"/>
                    <a:pt x="252" y="25"/>
                  </a:cubicBezTo>
                  <a:close/>
                </a:path>
              </a:pathLst>
            </a:custGeom>
            <a:solidFill>
              <a:srgbClr val="C1C1C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de-DE"/>
            </a:p>
          </p:txBody>
        </p:sp>
        <p:sp>
          <p:nvSpPr>
            <p:cNvPr id="106" name="Freeform 12">
              <a:extLst>
                <a:ext uri="{FF2B5EF4-FFF2-40B4-BE49-F238E27FC236}">
                  <a16:creationId xmlns:a16="http://schemas.microsoft.com/office/drawing/2014/main" id="{7688671F-4FA4-4224-8F25-BB92B3EEB454}"/>
                </a:ext>
              </a:extLst>
            </p:cNvPr>
            <p:cNvSpPr>
              <a:spLocks/>
            </p:cNvSpPr>
            <p:nvPr/>
          </p:nvSpPr>
          <p:spPr bwMode="auto">
            <a:xfrm>
              <a:off x="697" y="424"/>
              <a:ext cx="274" cy="76"/>
            </a:xfrm>
            <a:custGeom>
              <a:avLst/>
              <a:gdLst>
                <a:gd name="T0" fmla="*/ 252 w 332"/>
                <a:gd name="T1" fmla="*/ 25 h 92"/>
                <a:gd name="T2" fmla="*/ 252 w 332"/>
                <a:gd name="T3" fmla="*/ 25 h 92"/>
                <a:gd name="T4" fmla="*/ 207 w 332"/>
                <a:gd name="T5" fmla="*/ 30 h 92"/>
                <a:gd name="T6" fmla="*/ 166 w 332"/>
                <a:gd name="T7" fmla="*/ 31 h 92"/>
                <a:gd name="T8" fmla="*/ 124 w 332"/>
                <a:gd name="T9" fmla="*/ 30 h 92"/>
                <a:gd name="T10" fmla="*/ 80 w 332"/>
                <a:gd name="T11" fmla="*/ 25 h 92"/>
                <a:gd name="T12" fmla="*/ 37 w 332"/>
                <a:gd name="T13" fmla="*/ 15 h 92"/>
                <a:gd name="T14" fmla="*/ 0 w 332"/>
                <a:gd name="T15" fmla="*/ 0 h 92"/>
                <a:gd name="T16" fmla="*/ 0 w 332"/>
                <a:gd name="T17" fmla="*/ 46 h 92"/>
                <a:gd name="T18" fmla="*/ 5 w 332"/>
                <a:gd name="T19" fmla="*/ 56 h 92"/>
                <a:gd name="T20" fmla="*/ 17 w 332"/>
                <a:gd name="T21" fmla="*/ 64 h 92"/>
                <a:gd name="T22" fmla="*/ 31 w 332"/>
                <a:gd name="T23" fmla="*/ 71 h 92"/>
                <a:gd name="T24" fmla="*/ 42 w 332"/>
                <a:gd name="T25" fmla="*/ 75 h 92"/>
                <a:gd name="T26" fmla="*/ 72 w 332"/>
                <a:gd name="T27" fmla="*/ 83 h 92"/>
                <a:gd name="T28" fmla="*/ 103 w 332"/>
                <a:gd name="T29" fmla="*/ 88 h 92"/>
                <a:gd name="T30" fmla="*/ 135 w 332"/>
                <a:gd name="T31" fmla="*/ 91 h 92"/>
                <a:gd name="T32" fmla="*/ 166 w 332"/>
                <a:gd name="T33" fmla="*/ 92 h 92"/>
                <a:gd name="T34" fmla="*/ 197 w 332"/>
                <a:gd name="T35" fmla="*/ 91 h 92"/>
                <a:gd name="T36" fmla="*/ 228 w 332"/>
                <a:gd name="T37" fmla="*/ 88 h 92"/>
                <a:gd name="T38" fmla="*/ 260 w 332"/>
                <a:gd name="T39" fmla="*/ 83 h 92"/>
                <a:gd name="T40" fmla="*/ 289 w 332"/>
                <a:gd name="T41" fmla="*/ 75 h 92"/>
                <a:gd name="T42" fmla="*/ 301 w 332"/>
                <a:gd name="T43" fmla="*/ 71 h 92"/>
                <a:gd name="T44" fmla="*/ 315 w 332"/>
                <a:gd name="T45" fmla="*/ 64 h 92"/>
                <a:gd name="T46" fmla="*/ 327 w 332"/>
                <a:gd name="T47" fmla="*/ 56 h 92"/>
                <a:gd name="T48" fmla="*/ 332 w 332"/>
                <a:gd name="T49" fmla="*/ 46 h 92"/>
                <a:gd name="T50" fmla="*/ 332 w 332"/>
                <a:gd name="T51" fmla="*/ 0 h 92"/>
                <a:gd name="T52" fmla="*/ 295 w 332"/>
                <a:gd name="T53" fmla="*/ 15 h 92"/>
                <a:gd name="T54" fmla="*/ 252 w 332"/>
                <a:gd name="T55" fmla="*/ 25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32" h="92">
                  <a:moveTo>
                    <a:pt x="252" y="25"/>
                  </a:moveTo>
                  <a:lnTo>
                    <a:pt x="252" y="25"/>
                  </a:lnTo>
                  <a:cubicBezTo>
                    <a:pt x="237" y="27"/>
                    <a:pt x="222" y="29"/>
                    <a:pt x="207" y="30"/>
                  </a:cubicBezTo>
                  <a:cubicBezTo>
                    <a:pt x="193" y="31"/>
                    <a:pt x="179" y="31"/>
                    <a:pt x="166" y="31"/>
                  </a:cubicBezTo>
                  <a:cubicBezTo>
                    <a:pt x="153" y="31"/>
                    <a:pt x="139" y="31"/>
                    <a:pt x="124" y="30"/>
                  </a:cubicBezTo>
                  <a:cubicBezTo>
                    <a:pt x="110" y="29"/>
                    <a:pt x="95" y="27"/>
                    <a:pt x="80" y="25"/>
                  </a:cubicBezTo>
                  <a:cubicBezTo>
                    <a:pt x="65" y="22"/>
                    <a:pt x="51" y="19"/>
                    <a:pt x="37" y="15"/>
                  </a:cubicBezTo>
                  <a:cubicBezTo>
                    <a:pt x="23" y="11"/>
                    <a:pt x="11" y="6"/>
                    <a:pt x="0" y="0"/>
                  </a:cubicBezTo>
                  <a:lnTo>
                    <a:pt x="0" y="46"/>
                  </a:lnTo>
                  <a:cubicBezTo>
                    <a:pt x="0" y="50"/>
                    <a:pt x="2" y="53"/>
                    <a:pt x="5" y="56"/>
                  </a:cubicBezTo>
                  <a:cubicBezTo>
                    <a:pt x="8" y="59"/>
                    <a:pt x="12" y="62"/>
                    <a:pt x="17" y="64"/>
                  </a:cubicBezTo>
                  <a:cubicBezTo>
                    <a:pt x="21" y="67"/>
                    <a:pt x="26" y="69"/>
                    <a:pt x="31" y="71"/>
                  </a:cubicBezTo>
                  <a:cubicBezTo>
                    <a:pt x="36" y="73"/>
                    <a:pt x="40" y="75"/>
                    <a:pt x="42" y="75"/>
                  </a:cubicBezTo>
                  <a:cubicBezTo>
                    <a:pt x="52" y="79"/>
                    <a:pt x="61" y="81"/>
                    <a:pt x="72" y="83"/>
                  </a:cubicBezTo>
                  <a:cubicBezTo>
                    <a:pt x="82" y="85"/>
                    <a:pt x="93" y="87"/>
                    <a:pt x="103" y="88"/>
                  </a:cubicBezTo>
                  <a:cubicBezTo>
                    <a:pt x="114" y="90"/>
                    <a:pt x="125" y="91"/>
                    <a:pt x="135" y="91"/>
                  </a:cubicBezTo>
                  <a:cubicBezTo>
                    <a:pt x="146" y="92"/>
                    <a:pt x="156" y="92"/>
                    <a:pt x="166" y="92"/>
                  </a:cubicBezTo>
                  <a:cubicBezTo>
                    <a:pt x="176" y="92"/>
                    <a:pt x="186" y="92"/>
                    <a:pt x="197" y="91"/>
                  </a:cubicBezTo>
                  <a:cubicBezTo>
                    <a:pt x="207" y="91"/>
                    <a:pt x="218" y="90"/>
                    <a:pt x="228" y="88"/>
                  </a:cubicBezTo>
                  <a:cubicBezTo>
                    <a:pt x="239" y="87"/>
                    <a:pt x="250" y="85"/>
                    <a:pt x="260" y="83"/>
                  </a:cubicBezTo>
                  <a:cubicBezTo>
                    <a:pt x="270" y="81"/>
                    <a:pt x="280" y="79"/>
                    <a:pt x="289" y="75"/>
                  </a:cubicBezTo>
                  <a:cubicBezTo>
                    <a:pt x="292" y="75"/>
                    <a:pt x="296" y="73"/>
                    <a:pt x="301" y="71"/>
                  </a:cubicBezTo>
                  <a:cubicBezTo>
                    <a:pt x="306" y="69"/>
                    <a:pt x="310" y="67"/>
                    <a:pt x="315" y="64"/>
                  </a:cubicBezTo>
                  <a:cubicBezTo>
                    <a:pt x="319" y="62"/>
                    <a:pt x="323" y="59"/>
                    <a:pt x="327" y="56"/>
                  </a:cubicBezTo>
                  <a:cubicBezTo>
                    <a:pt x="330" y="53"/>
                    <a:pt x="332" y="50"/>
                    <a:pt x="332" y="46"/>
                  </a:cubicBezTo>
                  <a:lnTo>
                    <a:pt x="332" y="0"/>
                  </a:lnTo>
                  <a:cubicBezTo>
                    <a:pt x="321" y="6"/>
                    <a:pt x="308" y="11"/>
                    <a:pt x="295" y="15"/>
                  </a:cubicBezTo>
                  <a:cubicBezTo>
                    <a:pt x="281" y="19"/>
                    <a:pt x="267" y="22"/>
                    <a:pt x="252" y="25"/>
                  </a:cubicBezTo>
                  <a:close/>
                </a:path>
              </a:pathLst>
            </a:custGeom>
            <a:solidFill>
              <a:srgbClr val="D1D1D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de-DE"/>
            </a:p>
          </p:txBody>
        </p:sp>
        <p:sp>
          <p:nvSpPr>
            <p:cNvPr id="107" name="Freeform 13">
              <a:extLst>
                <a:ext uri="{FF2B5EF4-FFF2-40B4-BE49-F238E27FC236}">
                  <a16:creationId xmlns:a16="http://schemas.microsoft.com/office/drawing/2014/main" id="{505A89E6-4A4A-4E4B-AA2F-328F0A8A54BF}"/>
                </a:ext>
              </a:extLst>
            </p:cNvPr>
            <p:cNvSpPr>
              <a:spLocks/>
            </p:cNvSpPr>
            <p:nvPr/>
          </p:nvSpPr>
          <p:spPr bwMode="auto">
            <a:xfrm>
              <a:off x="697" y="349"/>
              <a:ext cx="274" cy="76"/>
            </a:xfrm>
            <a:custGeom>
              <a:avLst/>
              <a:gdLst>
                <a:gd name="T0" fmla="*/ 315 w 332"/>
                <a:gd name="T1" fmla="*/ 28 h 92"/>
                <a:gd name="T2" fmla="*/ 315 w 332"/>
                <a:gd name="T3" fmla="*/ 28 h 92"/>
                <a:gd name="T4" fmla="*/ 301 w 332"/>
                <a:gd name="T5" fmla="*/ 21 h 92"/>
                <a:gd name="T6" fmla="*/ 289 w 332"/>
                <a:gd name="T7" fmla="*/ 17 h 92"/>
                <a:gd name="T8" fmla="*/ 260 w 332"/>
                <a:gd name="T9" fmla="*/ 9 h 92"/>
                <a:gd name="T10" fmla="*/ 228 w 332"/>
                <a:gd name="T11" fmla="*/ 4 h 92"/>
                <a:gd name="T12" fmla="*/ 196 w 332"/>
                <a:gd name="T13" fmla="*/ 1 h 92"/>
                <a:gd name="T14" fmla="*/ 166 w 332"/>
                <a:gd name="T15" fmla="*/ 0 h 92"/>
                <a:gd name="T16" fmla="*/ 135 w 332"/>
                <a:gd name="T17" fmla="*/ 1 h 92"/>
                <a:gd name="T18" fmla="*/ 103 w 332"/>
                <a:gd name="T19" fmla="*/ 4 h 92"/>
                <a:gd name="T20" fmla="*/ 72 w 332"/>
                <a:gd name="T21" fmla="*/ 9 h 92"/>
                <a:gd name="T22" fmla="*/ 42 w 332"/>
                <a:gd name="T23" fmla="*/ 17 h 92"/>
                <a:gd name="T24" fmla="*/ 31 w 332"/>
                <a:gd name="T25" fmla="*/ 21 h 92"/>
                <a:gd name="T26" fmla="*/ 17 w 332"/>
                <a:gd name="T27" fmla="*/ 28 h 92"/>
                <a:gd name="T28" fmla="*/ 5 w 332"/>
                <a:gd name="T29" fmla="*/ 37 h 92"/>
                <a:gd name="T30" fmla="*/ 0 w 332"/>
                <a:gd name="T31" fmla="*/ 46 h 92"/>
                <a:gd name="T32" fmla="*/ 1 w 332"/>
                <a:gd name="T33" fmla="*/ 50 h 92"/>
                <a:gd name="T34" fmla="*/ 3 w 332"/>
                <a:gd name="T35" fmla="*/ 53 h 92"/>
                <a:gd name="T36" fmla="*/ 21 w 332"/>
                <a:gd name="T37" fmla="*/ 66 h 92"/>
                <a:gd name="T38" fmla="*/ 46 w 332"/>
                <a:gd name="T39" fmla="*/ 76 h 92"/>
                <a:gd name="T40" fmla="*/ 77 w 332"/>
                <a:gd name="T41" fmla="*/ 84 h 92"/>
                <a:gd name="T42" fmla="*/ 109 w 332"/>
                <a:gd name="T43" fmla="*/ 88 h 92"/>
                <a:gd name="T44" fmla="*/ 140 w 332"/>
                <a:gd name="T45" fmla="*/ 91 h 92"/>
                <a:gd name="T46" fmla="*/ 166 w 332"/>
                <a:gd name="T47" fmla="*/ 92 h 92"/>
                <a:gd name="T48" fmla="*/ 192 w 332"/>
                <a:gd name="T49" fmla="*/ 91 h 92"/>
                <a:gd name="T50" fmla="*/ 223 w 332"/>
                <a:gd name="T51" fmla="*/ 88 h 92"/>
                <a:gd name="T52" fmla="*/ 255 w 332"/>
                <a:gd name="T53" fmla="*/ 84 h 92"/>
                <a:gd name="T54" fmla="*/ 285 w 332"/>
                <a:gd name="T55" fmla="*/ 76 h 92"/>
                <a:gd name="T56" fmla="*/ 311 w 332"/>
                <a:gd name="T57" fmla="*/ 66 h 92"/>
                <a:gd name="T58" fmla="*/ 328 w 332"/>
                <a:gd name="T59" fmla="*/ 53 h 92"/>
                <a:gd name="T60" fmla="*/ 331 w 332"/>
                <a:gd name="T61" fmla="*/ 50 h 92"/>
                <a:gd name="T62" fmla="*/ 332 w 332"/>
                <a:gd name="T63" fmla="*/ 46 h 92"/>
                <a:gd name="T64" fmla="*/ 327 w 332"/>
                <a:gd name="T65" fmla="*/ 37 h 92"/>
                <a:gd name="T66" fmla="*/ 315 w 332"/>
                <a:gd name="T67" fmla="*/ 28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32" h="92">
                  <a:moveTo>
                    <a:pt x="315" y="28"/>
                  </a:moveTo>
                  <a:lnTo>
                    <a:pt x="315" y="28"/>
                  </a:lnTo>
                  <a:cubicBezTo>
                    <a:pt x="310" y="26"/>
                    <a:pt x="306" y="23"/>
                    <a:pt x="301" y="21"/>
                  </a:cubicBezTo>
                  <a:cubicBezTo>
                    <a:pt x="296" y="19"/>
                    <a:pt x="292" y="18"/>
                    <a:pt x="289" y="17"/>
                  </a:cubicBezTo>
                  <a:cubicBezTo>
                    <a:pt x="280" y="14"/>
                    <a:pt x="270" y="11"/>
                    <a:pt x="260" y="9"/>
                  </a:cubicBezTo>
                  <a:cubicBezTo>
                    <a:pt x="250" y="7"/>
                    <a:pt x="239" y="5"/>
                    <a:pt x="228" y="4"/>
                  </a:cubicBezTo>
                  <a:cubicBezTo>
                    <a:pt x="218" y="3"/>
                    <a:pt x="207" y="2"/>
                    <a:pt x="196" y="1"/>
                  </a:cubicBezTo>
                  <a:cubicBezTo>
                    <a:pt x="186" y="1"/>
                    <a:pt x="176" y="0"/>
                    <a:pt x="166" y="0"/>
                  </a:cubicBezTo>
                  <a:cubicBezTo>
                    <a:pt x="156" y="0"/>
                    <a:pt x="146" y="1"/>
                    <a:pt x="135" y="1"/>
                  </a:cubicBezTo>
                  <a:cubicBezTo>
                    <a:pt x="125" y="2"/>
                    <a:pt x="114" y="3"/>
                    <a:pt x="103" y="4"/>
                  </a:cubicBezTo>
                  <a:cubicBezTo>
                    <a:pt x="93" y="5"/>
                    <a:pt x="82" y="7"/>
                    <a:pt x="72" y="9"/>
                  </a:cubicBezTo>
                  <a:cubicBezTo>
                    <a:pt x="61" y="11"/>
                    <a:pt x="52" y="14"/>
                    <a:pt x="42" y="17"/>
                  </a:cubicBezTo>
                  <a:cubicBezTo>
                    <a:pt x="40" y="18"/>
                    <a:pt x="36" y="19"/>
                    <a:pt x="31" y="21"/>
                  </a:cubicBezTo>
                  <a:cubicBezTo>
                    <a:pt x="26" y="23"/>
                    <a:pt x="21" y="26"/>
                    <a:pt x="17" y="28"/>
                  </a:cubicBezTo>
                  <a:cubicBezTo>
                    <a:pt x="12" y="31"/>
                    <a:pt x="8" y="34"/>
                    <a:pt x="5" y="37"/>
                  </a:cubicBezTo>
                  <a:cubicBezTo>
                    <a:pt x="2" y="40"/>
                    <a:pt x="0" y="43"/>
                    <a:pt x="0" y="46"/>
                  </a:cubicBezTo>
                  <a:cubicBezTo>
                    <a:pt x="0" y="47"/>
                    <a:pt x="0" y="48"/>
                    <a:pt x="1" y="50"/>
                  </a:cubicBezTo>
                  <a:cubicBezTo>
                    <a:pt x="2" y="51"/>
                    <a:pt x="2" y="52"/>
                    <a:pt x="3" y="53"/>
                  </a:cubicBezTo>
                  <a:cubicBezTo>
                    <a:pt x="7" y="58"/>
                    <a:pt x="13" y="62"/>
                    <a:pt x="21" y="66"/>
                  </a:cubicBezTo>
                  <a:cubicBezTo>
                    <a:pt x="28" y="70"/>
                    <a:pt x="37" y="73"/>
                    <a:pt x="46" y="76"/>
                  </a:cubicBezTo>
                  <a:cubicBezTo>
                    <a:pt x="56" y="79"/>
                    <a:pt x="66" y="82"/>
                    <a:pt x="77" y="84"/>
                  </a:cubicBezTo>
                  <a:cubicBezTo>
                    <a:pt x="87" y="86"/>
                    <a:pt x="98" y="87"/>
                    <a:pt x="109" y="88"/>
                  </a:cubicBezTo>
                  <a:cubicBezTo>
                    <a:pt x="120" y="89"/>
                    <a:pt x="130" y="90"/>
                    <a:pt x="140" y="91"/>
                  </a:cubicBezTo>
                  <a:cubicBezTo>
                    <a:pt x="149" y="91"/>
                    <a:pt x="158" y="92"/>
                    <a:pt x="166" y="92"/>
                  </a:cubicBezTo>
                  <a:cubicBezTo>
                    <a:pt x="173" y="92"/>
                    <a:pt x="182" y="91"/>
                    <a:pt x="192" y="91"/>
                  </a:cubicBezTo>
                  <a:cubicBezTo>
                    <a:pt x="202" y="90"/>
                    <a:pt x="212" y="89"/>
                    <a:pt x="223" y="88"/>
                  </a:cubicBezTo>
                  <a:cubicBezTo>
                    <a:pt x="234" y="87"/>
                    <a:pt x="244" y="86"/>
                    <a:pt x="255" y="84"/>
                  </a:cubicBezTo>
                  <a:cubicBezTo>
                    <a:pt x="266" y="82"/>
                    <a:pt x="276" y="79"/>
                    <a:pt x="285" y="76"/>
                  </a:cubicBezTo>
                  <a:cubicBezTo>
                    <a:pt x="295" y="73"/>
                    <a:pt x="303" y="70"/>
                    <a:pt x="311" y="66"/>
                  </a:cubicBezTo>
                  <a:cubicBezTo>
                    <a:pt x="319" y="62"/>
                    <a:pt x="324" y="58"/>
                    <a:pt x="328" y="53"/>
                  </a:cubicBezTo>
                  <a:cubicBezTo>
                    <a:pt x="329" y="52"/>
                    <a:pt x="330" y="51"/>
                    <a:pt x="331" y="50"/>
                  </a:cubicBezTo>
                  <a:cubicBezTo>
                    <a:pt x="331" y="48"/>
                    <a:pt x="332" y="47"/>
                    <a:pt x="332" y="46"/>
                  </a:cubicBezTo>
                  <a:cubicBezTo>
                    <a:pt x="332" y="43"/>
                    <a:pt x="330" y="40"/>
                    <a:pt x="327" y="37"/>
                  </a:cubicBezTo>
                  <a:cubicBezTo>
                    <a:pt x="323" y="34"/>
                    <a:pt x="319" y="31"/>
                    <a:pt x="315" y="28"/>
                  </a:cubicBezTo>
                  <a:close/>
                </a:path>
              </a:pathLst>
            </a:custGeom>
            <a:solidFill>
              <a:srgbClr val="2F2F2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de-DE"/>
            </a:p>
          </p:txBody>
        </p:sp>
        <p:sp>
          <p:nvSpPr>
            <p:cNvPr id="108" name="Freeform 14">
              <a:extLst>
                <a:ext uri="{FF2B5EF4-FFF2-40B4-BE49-F238E27FC236}">
                  <a16:creationId xmlns:a16="http://schemas.microsoft.com/office/drawing/2014/main" id="{F573668A-F239-40E6-A68E-01CBE6687D2B}"/>
                </a:ext>
              </a:extLst>
            </p:cNvPr>
            <p:cNvSpPr>
              <a:spLocks/>
            </p:cNvSpPr>
            <p:nvPr/>
          </p:nvSpPr>
          <p:spPr bwMode="auto">
            <a:xfrm>
              <a:off x="697" y="500"/>
              <a:ext cx="274" cy="76"/>
            </a:xfrm>
            <a:custGeom>
              <a:avLst/>
              <a:gdLst>
                <a:gd name="T0" fmla="*/ 252 w 332"/>
                <a:gd name="T1" fmla="*/ 24 h 92"/>
                <a:gd name="T2" fmla="*/ 252 w 332"/>
                <a:gd name="T3" fmla="*/ 24 h 92"/>
                <a:gd name="T4" fmla="*/ 207 w 332"/>
                <a:gd name="T5" fmla="*/ 29 h 92"/>
                <a:gd name="T6" fmla="*/ 166 w 332"/>
                <a:gd name="T7" fmla="*/ 31 h 92"/>
                <a:gd name="T8" fmla="*/ 124 w 332"/>
                <a:gd name="T9" fmla="*/ 29 h 92"/>
                <a:gd name="T10" fmla="*/ 80 w 332"/>
                <a:gd name="T11" fmla="*/ 24 h 92"/>
                <a:gd name="T12" fmla="*/ 37 w 332"/>
                <a:gd name="T13" fmla="*/ 15 h 92"/>
                <a:gd name="T14" fmla="*/ 0 w 332"/>
                <a:gd name="T15" fmla="*/ 0 h 92"/>
                <a:gd name="T16" fmla="*/ 0 w 332"/>
                <a:gd name="T17" fmla="*/ 46 h 92"/>
                <a:gd name="T18" fmla="*/ 5 w 332"/>
                <a:gd name="T19" fmla="*/ 55 h 92"/>
                <a:gd name="T20" fmla="*/ 17 w 332"/>
                <a:gd name="T21" fmla="*/ 64 h 92"/>
                <a:gd name="T22" fmla="*/ 31 w 332"/>
                <a:gd name="T23" fmla="*/ 71 h 92"/>
                <a:gd name="T24" fmla="*/ 42 w 332"/>
                <a:gd name="T25" fmla="*/ 75 h 92"/>
                <a:gd name="T26" fmla="*/ 71 w 332"/>
                <a:gd name="T27" fmla="*/ 83 h 92"/>
                <a:gd name="T28" fmla="*/ 103 w 332"/>
                <a:gd name="T29" fmla="*/ 88 h 92"/>
                <a:gd name="T30" fmla="*/ 135 w 332"/>
                <a:gd name="T31" fmla="*/ 91 h 92"/>
                <a:gd name="T32" fmla="*/ 166 w 332"/>
                <a:gd name="T33" fmla="*/ 92 h 92"/>
                <a:gd name="T34" fmla="*/ 196 w 332"/>
                <a:gd name="T35" fmla="*/ 91 h 92"/>
                <a:gd name="T36" fmla="*/ 229 w 332"/>
                <a:gd name="T37" fmla="*/ 88 h 92"/>
                <a:gd name="T38" fmla="*/ 260 w 332"/>
                <a:gd name="T39" fmla="*/ 83 h 92"/>
                <a:gd name="T40" fmla="*/ 289 w 332"/>
                <a:gd name="T41" fmla="*/ 75 h 92"/>
                <a:gd name="T42" fmla="*/ 301 w 332"/>
                <a:gd name="T43" fmla="*/ 71 h 92"/>
                <a:gd name="T44" fmla="*/ 315 w 332"/>
                <a:gd name="T45" fmla="*/ 64 h 92"/>
                <a:gd name="T46" fmla="*/ 327 w 332"/>
                <a:gd name="T47" fmla="*/ 55 h 92"/>
                <a:gd name="T48" fmla="*/ 332 w 332"/>
                <a:gd name="T49" fmla="*/ 46 h 92"/>
                <a:gd name="T50" fmla="*/ 332 w 332"/>
                <a:gd name="T51" fmla="*/ 0 h 92"/>
                <a:gd name="T52" fmla="*/ 294 w 332"/>
                <a:gd name="T53" fmla="*/ 15 h 92"/>
                <a:gd name="T54" fmla="*/ 252 w 332"/>
                <a:gd name="T55" fmla="*/ 24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32" h="92">
                  <a:moveTo>
                    <a:pt x="252" y="24"/>
                  </a:moveTo>
                  <a:lnTo>
                    <a:pt x="252" y="24"/>
                  </a:lnTo>
                  <a:cubicBezTo>
                    <a:pt x="237" y="27"/>
                    <a:pt x="222" y="28"/>
                    <a:pt x="207" y="29"/>
                  </a:cubicBezTo>
                  <a:cubicBezTo>
                    <a:pt x="192" y="30"/>
                    <a:pt x="179" y="31"/>
                    <a:pt x="166" y="31"/>
                  </a:cubicBezTo>
                  <a:cubicBezTo>
                    <a:pt x="153" y="31"/>
                    <a:pt x="139" y="30"/>
                    <a:pt x="124" y="29"/>
                  </a:cubicBezTo>
                  <a:cubicBezTo>
                    <a:pt x="110" y="28"/>
                    <a:pt x="95" y="27"/>
                    <a:pt x="80" y="24"/>
                  </a:cubicBezTo>
                  <a:cubicBezTo>
                    <a:pt x="65" y="22"/>
                    <a:pt x="51" y="19"/>
                    <a:pt x="37" y="15"/>
                  </a:cubicBezTo>
                  <a:cubicBezTo>
                    <a:pt x="23" y="11"/>
                    <a:pt x="11" y="6"/>
                    <a:pt x="0" y="0"/>
                  </a:cubicBezTo>
                  <a:lnTo>
                    <a:pt x="0" y="46"/>
                  </a:lnTo>
                  <a:cubicBezTo>
                    <a:pt x="0" y="49"/>
                    <a:pt x="2" y="52"/>
                    <a:pt x="5" y="55"/>
                  </a:cubicBezTo>
                  <a:cubicBezTo>
                    <a:pt x="8" y="58"/>
                    <a:pt x="12" y="61"/>
                    <a:pt x="17" y="64"/>
                  </a:cubicBezTo>
                  <a:cubicBezTo>
                    <a:pt x="21" y="66"/>
                    <a:pt x="26" y="69"/>
                    <a:pt x="31" y="71"/>
                  </a:cubicBezTo>
                  <a:cubicBezTo>
                    <a:pt x="36" y="73"/>
                    <a:pt x="40" y="74"/>
                    <a:pt x="42" y="75"/>
                  </a:cubicBezTo>
                  <a:cubicBezTo>
                    <a:pt x="51" y="78"/>
                    <a:pt x="61" y="81"/>
                    <a:pt x="71" y="83"/>
                  </a:cubicBezTo>
                  <a:cubicBezTo>
                    <a:pt x="82" y="85"/>
                    <a:pt x="92" y="87"/>
                    <a:pt x="103" y="88"/>
                  </a:cubicBezTo>
                  <a:cubicBezTo>
                    <a:pt x="114" y="89"/>
                    <a:pt x="125" y="90"/>
                    <a:pt x="135" y="91"/>
                  </a:cubicBezTo>
                  <a:cubicBezTo>
                    <a:pt x="146" y="91"/>
                    <a:pt x="156" y="92"/>
                    <a:pt x="166" y="92"/>
                  </a:cubicBezTo>
                  <a:cubicBezTo>
                    <a:pt x="176" y="92"/>
                    <a:pt x="186" y="91"/>
                    <a:pt x="196" y="91"/>
                  </a:cubicBezTo>
                  <a:cubicBezTo>
                    <a:pt x="207" y="90"/>
                    <a:pt x="218" y="89"/>
                    <a:pt x="229" y="88"/>
                  </a:cubicBezTo>
                  <a:cubicBezTo>
                    <a:pt x="239" y="87"/>
                    <a:pt x="250" y="85"/>
                    <a:pt x="260" y="83"/>
                  </a:cubicBezTo>
                  <a:cubicBezTo>
                    <a:pt x="271" y="81"/>
                    <a:pt x="280" y="78"/>
                    <a:pt x="289" y="75"/>
                  </a:cubicBezTo>
                  <a:cubicBezTo>
                    <a:pt x="292" y="74"/>
                    <a:pt x="296" y="73"/>
                    <a:pt x="301" y="71"/>
                  </a:cubicBezTo>
                  <a:cubicBezTo>
                    <a:pt x="306" y="69"/>
                    <a:pt x="310" y="66"/>
                    <a:pt x="315" y="64"/>
                  </a:cubicBezTo>
                  <a:cubicBezTo>
                    <a:pt x="319" y="61"/>
                    <a:pt x="323" y="58"/>
                    <a:pt x="327" y="55"/>
                  </a:cubicBezTo>
                  <a:cubicBezTo>
                    <a:pt x="330" y="52"/>
                    <a:pt x="332" y="49"/>
                    <a:pt x="332" y="46"/>
                  </a:cubicBezTo>
                  <a:lnTo>
                    <a:pt x="332" y="0"/>
                  </a:lnTo>
                  <a:cubicBezTo>
                    <a:pt x="321" y="6"/>
                    <a:pt x="308" y="11"/>
                    <a:pt x="294" y="15"/>
                  </a:cubicBezTo>
                  <a:cubicBezTo>
                    <a:pt x="281" y="19"/>
                    <a:pt x="266" y="22"/>
                    <a:pt x="252" y="24"/>
                  </a:cubicBezTo>
                  <a:close/>
                </a:path>
              </a:pathLst>
            </a:custGeom>
            <a:solidFill>
              <a:srgbClr val="ED1A3B"/>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de-DE"/>
            </a:p>
          </p:txBody>
        </p:sp>
      </p:grpSp>
      <p:sp>
        <p:nvSpPr>
          <p:cNvPr id="40" name="Textfeld 39">
            <a:extLst>
              <a:ext uri="{FF2B5EF4-FFF2-40B4-BE49-F238E27FC236}">
                <a16:creationId xmlns:a16="http://schemas.microsoft.com/office/drawing/2014/main" id="{531CA167-248C-4299-B72B-6E38EED1B540}"/>
              </a:ext>
            </a:extLst>
          </p:cNvPr>
          <p:cNvSpPr txBox="1"/>
          <p:nvPr/>
        </p:nvSpPr>
        <p:spPr bwMode="gray">
          <a:xfrm>
            <a:off x="1037460" y="4676098"/>
            <a:ext cx="3716024" cy="338554"/>
          </a:xfrm>
          <a:prstGeom prst="rect">
            <a:avLst/>
          </a:prstGeom>
          <a:noFill/>
          <a:ln>
            <a:noFill/>
          </a:ln>
        </p:spPr>
        <p:txBody>
          <a:bodyPr wrap="square">
            <a:spAutoFit/>
          </a:bodyPr>
          <a:lstStyle/>
          <a:p>
            <a:pPr marL="0" lvl="1" fontAlgn="base">
              <a:spcBef>
                <a:spcPts val="400"/>
              </a:spcBef>
              <a:defRPr/>
            </a:pPr>
            <a:r>
              <a:rPr lang="en-US" sz="800" dirty="0" err="1">
                <a:solidFill>
                  <a:srgbClr val="1A1A1A"/>
                </a:solidFill>
                <a:latin typeface="+mj-lt"/>
                <a:ea typeface="ＭＳ Ｐゴシック" charset="0"/>
                <a:cs typeface="Segoe UI" panose="020B0502040204020203" pitchFamily="34" charset="0"/>
              </a:rPr>
              <a:t>Für</a:t>
            </a:r>
            <a:r>
              <a:rPr lang="en-US" sz="800" dirty="0">
                <a:solidFill>
                  <a:srgbClr val="1A1A1A"/>
                </a:solidFill>
                <a:latin typeface="+mj-lt"/>
                <a:ea typeface="ＭＳ Ｐゴシック" charset="0"/>
                <a:cs typeface="Segoe UI" panose="020B0502040204020203" pitchFamily="34" charset="0"/>
              </a:rPr>
              <a:t> die Site Replication </a:t>
            </a:r>
            <a:r>
              <a:rPr lang="en-US" sz="800" dirty="0" err="1">
                <a:solidFill>
                  <a:srgbClr val="1A1A1A"/>
                </a:solidFill>
                <a:latin typeface="+mj-lt"/>
                <a:ea typeface="ＭＳ Ｐゴシック" charset="0"/>
                <a:cs typeface="Segoe UI" panose="020B0502040204020203" pitchFamily="34" charset="0"/>
              </a:rPr>
              <a:t>ist</a:t>
            </a:r>
            <a:r>
              <a:rPr lang="en-US" sz="800" dirty="0">
                <a:solidFill>
                  <a:srgbClr val="1A1A1A"/>
                </a:solidFill>
                <a:latin typeface="+mj-lt"/>
                <a:ea typeface="ＭＳ Ｐゴシック" charset="0"/>
                <a:cs typeface="Segoe UI" panose="020B0502040204020203" pitchFamily="34" charset="0"/>
              </a:rPr>
              <a:t> </a:t>
            </a:r>
            <a:r>
              <a:rPr lang="en-US" sz="800" dirty="0" err="1">
                <a:solidFill>
                  <a:srgbClr val="1A1A1A"/>
                </a:solidFill>
                <a:latin typeface="+mj-lt"/>
                <a:ea typeface="ＭＳ Ｐゴシック" charset="0"/>
                <a:cs typeface="Segoe UI" panose="020B0502040204020203" pitchFamily="34" charset="0"/>
              </a:rPr>
              <a:t>eine</a:t>
            </a:r>
            <a:r>
              <a:rPr lang="en-US" sz="800" dirty="0">
                <a:solidFill>
                  <a:srgbClr val="1A1A1A"/>
                </a:solidFill>
                <a:latin typeface="+mj-lt"/>
                <a:ea typeface="ＭＳ Ｐゴシック" charset="0"/>
                <a:cs typeface="Segoe UI" panose="020B0502040204020203" pitchFamily="34" charset="0"/>
              </a:rPr>
              <a:t> </a:t>
            </a:r>
            <a:r>
              <a:rPr lang="en-US" sz="800" dirty="0" err="1">
                <a:solidFill>
                  <a:srgbClr val="1A1A1A"/>
                </a:solidFill>
                <a:latin typeface="+mj-lt"/>
                <a:ea typeface="ＭＳ Ｐゴシック" charset="0"/>
                <a:cs typeface="Segoe UI" panose="020B0502040204020203" pitchFamily="34" charset="0"/>
              </a:rPr>
              <a:t>bestehende</a:t>
            </a:r>
            <a:r>
              <a:rPr lang="en-US" sz="800" dirty="0">
                <a:solidFill>
                  <a:srgbClr val="1A1A1A"/>
                </a:solidFill>
                <a:latin typeface="+mj-lt"/>
                <a:ea typeface="ＭＳ Ｐゴシック" charset="0"/>
                <a:cs typeface="Segoe UI" panose="020B0502040204020203" pitchFamily="34" charset="0"/>
              </a:rPr>
              <a:t> </a:t>
            </a:r>
            <a:r>
              <a:rPr lang="en-US" sz="800" dirty="0" err="1">
                <a:solidFill>
                  <a:srgbClr val="1A1A1A"/>
                </a:solidFill>
                <a:latin typeface="+mj-lt"/>
                <a:ea typeface="ＭＳ Ｐゴシック" charset="0"/>
                <a:cs typeface="Segoe UI" panose="020B0502040204020203" pitchFamily="34" charset="0"/>
              </a:rPr>
              <a:t>Internetverbindung</a:t>
            </a:r>
            <a:r>
              <a:rPr lang="en-US" sz="800" dirty="0">
                <a:solidFill>
                  <a:srgbClr val="1A1A1A"/>
                </a:solidFill>
                <a:latin typeface="+mj-lt"/>
                <a:ea typeface="ＭＳ Ｐゴシック" charset="0"/>
                <a:cs typeface="Segoe UI" panose="020B0502040204020203" pitchFamily="34" charset="0"/>
              </a:rPr>
              <a:t> und </a:t>
            </a:r>
            <a:r>
              <a:rPr lang="en-US" sz="800" dirty="0" err="1">
                <a:solidFill>
                  <a:srgbClr val="1A1A1A"/>
                </a:solidFill>
                <a:latin typeface="+mj-lt"/>
                <a:ea typeface="ＭＳ Ｐゴシック" charset="0"/>
                <a:cs typeface="Segoe UI" panose="020B0502040204020203" pitchFamily="34" charset="0"/>
              </a:rPr>
              <a:t>ein</a:t>
            </a:r>
            <a:r>
              <a:rPr lang="en-US" sz="800" dirty="0">
                <a:solidFill>
                  <a:srgbClr val="1A1A1A"/>
                </a:solidFill>
                <a:latin typeface="+mj-lt"/>
                <a:ea typeface="ＭＳ Ｐゴシック" charset="0"/>
                <a:cs typeface="Segoe UI" panose="020B0502040204020203" pitchFamily="34" charset="0"/>
              </a:rPr>
              <a:t> </a:t>
            </a:r>
            <a:r>
              <a:rPr lang="en-US" sz="800" dirty="0" err="1">
                <a:solidFill>
                  <a:srgbClr val="1A1A1A"/>
                </a:solidFill>
                <a:latin typeface="+mj-lt"/>
                <a:ea typeface="ＭＳ Ｐゴシック" charset="0"/>
                <a:cs typeface="Segoe UI" panose="020B0502040204020203" pitchFamily="34" charset="0"/>
              </a:rPr>
              <a:t>lokaler</a:t>
            </a:r>
            <a:r>
              <a:rPr lang="en-US" sz="800" dirty="0">
                <a:solidFill>
                  <a:srgbClr val="1A1A1A"/>
                </a:solidFill>
                <a:latin typeface="+mj-lt"/>
                <a:ea typeface="ＭＳ Ｐゴシック" charset="0"/>
                <a:cs typeface="Segoe UI" panose="020B0502040204020203" pitchFamily="34" charset="0"/>
              </a:rPr>
              <a:t> VPN Gateway (min. Window Server </a:t>
            </a:r>
            <a:r>
              <a:rPr lang="en-US" sz="800" dirty="0" err="1">
                <a:solidFill>
                  <a:srgbClr val="1A1A1A"/>
                </a:solidFill>
                <a:latin typeface="+mj-lt"/>
                <a:ea typeface="ＭＳ Ｐゴシック" charset="0"/>
                <a:cs typeface="Segoe UI" panose="020B0502040204020203" pitchFamily="34" charset="0"/>
              </a:rPr>
              <a:t>Dienstrolle</a:t>
            </a:r>
            <a:r>
              <a:rPr lang="en-US" sz="800" dirty="0">
                <a:solidFill>
                  <a:srgbClr val="1A1A1A"/>
                </a:solidFill>
                <a:latin typeface="+mj-lt"/>
                <a:ea typeface="ＭＳ Ｐゴシック" charset="0"/>
                <a:cs typeface="Segoe UI" panose="020B0502040204020203" pitchFamily="34" charset="0"/>
              </a:rPr>
              <a:t>) </a:t>
            </a:r>
            <a:r>
              <a:rPr lang="en-US" sz="800" dirty="0" err="1">
                <a:solidFill>
                  <a:srgbClr val="1A1A1A"/>
                </a:solidFill>
                <a:latin typeface="+mj-lt"/>
                <a:ea typeface="ＭＳ Ｐゴシック" charset="0"/>
                <a:cs typeface="Segoe UI" panose="020B0502040204020203" pitchFamily="34" charset="0"/>
              </a:rPr>
              <a:t>erforderlich</a:t>
            </a:r>
            <a:endParaRPr lang="en-US" sz="800" dirty="0">
              <a:ln w="3175">
                <a:noFill/>
              </a:ln>
              <a:solidFill>
                <a:srgbClr val="1A1A1A"/>
              </a:solidFill>
              <a:cs typeface="Segoe UI Semilight" panose="020B0402040204020203" pitchFamily="34" charset="0"/>
            </a:endParaRPr>
          </a:p>
        </p:txBody>
      </p:sp>
    </p:spTree>
    <p:extLst>
      <p:ext uri="{BB962C8B-B14F-4D97-AF65-F5344CB8AC3E}">
        <p14:creationId xmlns:p14="http://schemas.microsoft.com/office/powerpoint/2010/main" val="430470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64" descr="A person that is standing in the water&#10;&#10;Description automatically generated">
            <a:extLst>
              <a:ext uri="{FF2B5EF4-FFF2-40B4-BE49-F238E27FC236}">
                <a16:creationId xmlns:a16="http://schemas.microsoft.com/office/drawing/2014/main" id="{5F671346-D05F-4214-9D22-9E5928057249}"/>
              </a:ext>
            </a:extLst>
          </p:cNvPr>
          <p:cNvPicPr>
            <a:picLocks noChangeAspect="1"/>
          </p:cNvPicPr>
          <p:nvPr/>
        </p:nvPicPr>
        <p:blipFill>
          <a:blip r:embed="rId2" cstate="screen">
            <a:alphaModFix amt="50000"/>
            <a:extLst>
              <a:ext uri="{28A0092B-C50C-407E-A947-70E740481C1C}">
                <a14:useLocalDpi xmlns:a14="http://schemas.microsoft.com/office/drawing/2010/main"/>
              </a:ext>
            </a:extLst>
          </a:blip>
          <a:srcRect/>
          <a:stretch>
            <a:fillRect/>
          </a:stretch>
        </p:blipFill>
        <p:spPr>
          <a:xfrm>
            <a:off x="5283975" y="0"/>
            <a:ext cx="3861573" cy="1545495"/>
          </a:xfrm>
          <a:custGeom>
            <a:avLst/>
            <a:gdLst>
              <a:gd name="connsiteX0" fmla="*/ 767624 w 4141454"/>
              <a:gd name="connsiteY0" fmla="*/ 0 h 1657510"/>
              <a:gd name="connsiteX1" fmla="*/ 4141454 w 4141454"/>
              <a:gd name="connsiteY1" fmla="*/ 0 h 1657510"/>
              <a:gd name="connsiteX2" fmla="*/ 4141454 w 4141454"/>
              <a:gd name="connsiteY2" fmla="*/ 1160721 h 1657510"/>
              <a:gd name="connsiteX3" fmla="*/ 3921690 w 4141454"/>
              <a:gd name="connsiteY3" fmla="*/ 1160721 h 1657510"/>
              <a:gd name="connsiteX4" fmla="*/ 3921690 w 4141454"/>
              <a:gd name="connsiteY4" fmla="*/ 1434651 h 1657510"/>
              <a:gd name="connsiteX5" fmla="*/ 3739071 w 4141454"/>
              <a:gd name="connsiteY5" fmla="*/ 1434651 h 1657510"/>
              <a:gd name="connsiteX6" fmla="*/ 3739071 w 4141454"/>
              <a:gd name="connsiteY6" fmla="*/ 1634295 h 1657510"/>
              <a:gd name="connsiteX7" fmla="*/ 3536331 w 4141454"/>
              <a:gd name="connsiteY7" fmla="*/ 1634295 h 1657510"/>
              <a:gd name="connsiteX8" fmla="*/ 3536331 w 4141454"/>
              <a:gd name="connsiteY8" fmla="*/ 1434651 h 1657510"/>
              <a:gd name="connsiteX9" fmla="*/ 3536331 w 4141454"/>
              <a:gd name="connsiteY9" fmla="*/ 1431556 h 1657510"/>
              <a:gd name="connsiteX10" fmla="*/ 3536331 w 4141454"/>
              <a:gd name="connsiteY10" fmla="*/ 1160721 h 1657510"/>
              <a:gd name="connsiteX11" fmla="*/ 3367639 w 4141454"/>
              <a:gd name="connsiteY11" fmla="*/ 1160721 h 1657510"/>
              <a:gd name="connsiteX12" fmla="*/ 3367639 w 4141454"/>
              <a:gd name="connsiteY12" fmla="*/ 1360365 h 1657510"/>
              <a:gd name="connsiteX13" fmla="*/ 2890970 w 4141454"/>
              <a:gd name="connsiteY13" fmla="*/ 1360365 h 1657510"/>
              <a:gd name="connsiteX14" fmla="*/ 2890970 w 4141454"/>
              <a:gd name="connsiteY14" fmla="*/ 1454770 h 1657510"/>
              <a:gd name="connsiteX15" fmla="*/ 3093709 w 4141454"/>
              <a:gd name="connsiteY15" fmla="*/ 1454770 h 1657510"/>
              <a:gd name="connsiteX16" fmla="*/ 3093709 w 4141454"/>
              <a:gd name="connsiteY16" fmla="*/ 1657510 h 1657510"/>
              <a:gd name="connsiteX17" fmla="*/ 2890970 w 4141454"/>
              <a:gd name="connsiteY17" fmla="*/ 1657510 h 1657510"/>
              <a:gd name="connsiteX18" fmla="*/ 2890970 w 4141454"/>
              <a:gd name="connsiteY18" fmla="*/ 1563104 h 1657510"/>
              <a:gd name="connsiteX19" fmla="*/ 2688231 w 4141454"/>
              <a:gd name="connsiteY19" fmla="*/ 1563104 h 1657510"/>
              <a:gd name="connsiteX20" fmla="*/ 2688231 w 4141454"/>
              <a:gd name="connsiteY20" fmla="*/ 1360365 h 1657510"/>
              <a:gd name="connsiteX21" fmla="*/ 2688231 w 4141454"/>
              <a:gd name="connsiteY21" fmla="*/ 1160721 h 1657510"/>
              <a:gd name="connsiteX22" fmla="*/ 2374062 w 4141454"/>
              <a:gd name="connsiteY22" fmla="*/ 1160721 h 1657510"/>
              <a:gd name="connsiteX23" fmla="*/ 2374062 w 4141454"/>
              <a:gd name="connsiteY23" fmla="*/ 1279888 h 1657510"/>
              <a:gd name="connsiteX24" fmla="*/ 2519539 w 4141454"/>
              <a:gd name="connsiteY24" fmla="*/ 1279888 h 1657510"/>
              <a:gd name="connsiteX25" fmla="*/ 2519539 w 4141454"/>
              <a:gd name="connsiteY25" fmla="*/ 1484175 h 1657510"/>
              <a:gd name="connsiteX26" fmla="*/ 2316800 w 4141454"/>
              <a:gd name="connsiteY26" fmla="*/ 1484175 h 1657510"/>
              <a:gd name="connsiteX27" fmla="*/ 2316800 w 4141454"/>
              <a:gd name="connsiteY27" fmla="*/ 1365008 h 1657510"/>
              <a:gd name="connsiteX28" fmla="*/ 2171323 w 4141454"/>
              <a:gd name="connsiteY28" fmla="*/ 1365008 h 1657510"/>
              <a:gd name="connsiteX29" fmla="*/ 2171323 w 4141454"/>
              <a:gd name="connsiteY29" fmla="*/ 1160721 h 1657510"/>
              <a:gd name="connsiteX30" fmla="*/ 2045965 w 4141454"/>
              <a:gd name="connsiteY30" fmla="*/ 1160721 h 1657510"/>
              <a:gd name="connsiteX31" fmla="*/ 2045965 w 4141454"/>
              <a:gd name="connsiteY31" fmla="*/ 1382032 h 1657510"/>
              <a:gd name="connsiteX32" fmla="*/ 2045965 w 4141454"/>
              <a:gd name="connsiteY32" fmla="*/ 1397508 h 1657510"/>
              <a:gd name="connsiteX33" fmla="*/ 2045965 w 4141454"/>
              <a:gd name="connsiteY33" fmla="*/ 1584771 h 1657510"/>
              <a:gd name="connsiteX34" fmla="*/ 1843225 w 4141454"/>
              <a:gd name="connsiteY34" fmla="*/ 1584771 h 1657510"/>
              <a:gd name="connsiteX35" fmla="*/ 1843225 w 4141454"/>
              <a:gd name="connsiteY35" fmla="*/ 1397508 h 1657510"/>
              <a:gd name="connsiteX36" fmla="*/ 1162269 w 4141454"/>
              <a:gd name="connsiteY36" fmla="*/ 1397508 h 1657510"/>
              <a:gd name="connsiteX37" fmla="*/ 1162269 w 4141454"/>
              <a:gd name="connsiteY37" fmla="*/ 1160721 h 1657510"/>
              <a:gd name="connsiteX38" fmla="*/ 1036911 w 4141454"/>
              <a:gd name="connsiteY38" fmla="*/ 1160721 h 1657510"/>
              <a:gd name="connsiteX39" fmla="*/ 1036911 w 4141454"/>
              <a:gd name="connsiteY39" fmla="*/ 1320127 h 1657510"/>
              <a:gd name="connsiteX40" fmla="*/ 642266 w 4141454"/>
              <a:gd name="connsiteY40" fmla="*/ 1320127 h 1657510"/>
              <a:gd name="connsiteX41" fmla="*/ 642266 w 4141454"/>
              <a:gd name="connsiteY41" fmla="*/ 866672 h 1657510"/>
              <a:gd name="connsiteX42" fmla="*/ 332740 w 4141454"/>
              <a:gd name="connsiteY42" fmla="*/ 866672 h 1657510"/>
              <a:gd name="connsiteX43" fmla="*/ 332740 w 4141454"/>
              <a:gd name="connsiteY43" fmla="*/ 1038458 h 1657510"/>
              <a:gd name="connsiteX44" fmla="*/ 130001 w 4141454"/>
              <a:gd name="connsiteY44" fmla="*/ 1038458 h 1657510"/>
              <a:gd name="connsiteX45" fmla="*/ 130001 w 4141454"/>
              <a:gd name="connsiteY45" fmla="*/ 866672 h 1657510"/>
              <a:gd name="connsiteX46" fmla="*/ 0 w 4141454"/>
              <a:gd name="connsiteY46" fmla="*/ 866672 h 1657510"/>
              <a:gd name="connsiteX47" fmla="*/ 0 w 4141454"/>
              <a:gd name="connsiteY47" fmla="*/ 663932 h 1657510"/>
              <a:gd name="connsiteX48" fmla="*/ 642266 w 4141454"/>
              <a:gd name="connsiteY48" fmla="*/ 663932 h 1657510"/>
              <a:gd name="connsiteX49" fmla="*/ 767624 w 4141454"/>
              <a:gd name="connsiteY49" fmla="*/ 663932 h 1657510"/>
              <a:gd name="connsiteX50" fmla="*/ 767624 w 4141454"/>
              <a:gd name="connsiteY50" fmla="*/ 552503 h 1657510"/>
              <a:gd name="connsiteX51" fmla="*/ 464289 w 4141454"/>
              <a:gd name="connsiteY51" fmla="*/ 552503 h 1657510"/>
              <a:gd name="connsiteX52" fmla="*/ 464289 w 4141454"/>
              <a:gd name="connsiteY52" fmla="*/ 114524 h 1657510"/>
              <a:gd name="connsiteX53" fmla="*/ 767624 w 4141454"/>
              <a:gd name="connsiteY53" fmla="*/ 114524 h 1657510"/>
              <a:gd name="connsiteX54" fmla="*/ 767624 w 4141454"/>
              <a:gd name="connsiteY54" fmla="*/ 0 h 1657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4141454" h="1657510">
                <a:moveTo>
                  <a:pt x="767624" y="0"/>
                </a:moveTo>
                <a:lnTo>
                  <a:pt x="4141454" y="0"/>
                </a:lnTo>
                <a:lnTo>
                  <a:pt x="4141454" y="1160721"/>
                </a:lnTo>
                <a:lnTo>
                  <a:pt x="3921690" y="1160721"/>
                </a:lnTo>
                <a:lnTo>
                  <a:pt x="3921690" y="1434651"/>
                </a:lnTo>
                <a:lnTo>
                  <a:pt x="3739071" y="1434651"/>
                </a:lnTo>
                <a:lnTo>
                  <a:pt x="3739071" y="1634295"/>
                </a:lnTo>
                <a:lnTo>
                  <a:pt x="3536331" y="1634295"/>
                </a:lnTo>
                <a:lnTo>
                  <a:pt x="3536331" y="1434651"/>
                </a:lnTo>
                <a:lnTo>
                  <a:pt x="3536331" y="1431556"/>
                </a:lnTo>
                <a:lnTo>
                  <a:pt x="3536331" y="1160721"/>
                </a:lnTo>
                <a:lnTo>
                  <a:pt x="3367639" y="1160721"/>
                </a:lnTo>
                <a:lnTo>
                  <a:pt x="3367639" y="1360365"/>
                </a:lnTo>
                <a:lnTo>
                  <a:pt x="2890970" y="1360365"/>
                </a:lnTo>
                <a:lnTo>
                  <a:pt x="2890970" y="1454770"/>
                </a:lnTo>
                <a:lnTo>
                  <a:pt x="3093709" y="1454770"/>
                </a:lnTo>
                <a:lnTo>
                  <a:pt x="3093709" y="1657510"/>
                </a:lnTo>
                <a:lnTo>
                  <a:pt x="2890970" y="1657510"/>
                </a:lnTo>
                <a:lnTo>
                  <a:pt x="2890970" y="1563104"/>
                </a:lnTo>
                <a:lnTo>
                  <a:pt x="2688231" y="1563104"/>
                </a:lnTo>
                <a:lnTo>
                  <a:pt x="2688231" y="1360365"/>
                </a:lnTo>
                <a:lnTo>
                  <a:pt x="2688231" y="1160721"/>
                </a:lnTo>
                <a:lnTo>
                  <a:pt x="2374062" y="1160721"/>
                </a:lnTo>
                <a:lnTo>
                  <a:pt x="2374062" y="1279888"/>
                </a:lnTo>
                <a:lnTo>
                  <a:pt x="2519539" y="1279888"/>
                </a:lnTo>
                <a:lnTo>
                  <a:pt x="2519539" y="1484175"/>
                </a:lnTo>
                <a:lnTo>
                  <a:pt x="2316800" y="1484175"/>
                </a:lnTo>
                <a:lnTo>
                  <a:pt x="2316800" y="1365008"/>
                </a:lnTo>
                <a:lnTo>
                  <a:pt x="2171323" y="1365008"/>
                </a:lnTo>
                <a:lnTo>
                  <a:pt x="2171323" y="1160721"/>
                </a:lnTo>
                <a:lnTo>
                  <a:pt x="2045965" y="1160721"/>
                </a:lnTo>
                <a:lnTo>
                  <a:pt x="2045965" y="1382032"/>
                </a:lnTo>
                <a:lnTo>
                  <a:pt x="2045965" y="1397508"/>
                </a:lnTo>
                <a:lnTo>
                  <a:pt x="2045965" y="1584771"/>
                </a:lnTo>
                <a:lnTo>
                  <a:pt x="1843225" y="1584771"/>
                </a:lnTo>
                <a:lnTo>
                  <a:pt x="1843225" y="1397508"/>
                </a:lnTo>
                <a:lnTo>
                  <a:pt x="1162269" y="1397508"/>
                </a:lnTo>
                <a:lnTo>
                  <a:pt x="1162269" y="1160721"/>
                </a:lnTo>
                <a:lnTo>
                  <a:pt x="1036911" y="1160721"/>
                </a:lnTo>
                <a:lnTo>
                  <a:pt x="1036911" y="1320127"/>
                </a:lnTo>
                <a:lnTo>
                  <a:pt x="642266" y="1320127"/>
                </a:lnTo>
                <a:lnTo>
                  <a:pt x="642266" y="866672"/>
                </a:lnTo>
                <a:lnTo>
                  <a:pt x="332740" y="866672"/>
                </a:lnTo>
                <a:lnTo>
                  <a:pt x="332740" y="1038458"/>
                </a:lnTo>
                <a:lnTo>
                  <a:pt x="130001" y="1038458"/>
                </a:lnTo>
                <a:lnTo>
                  <a:pt x="130001" y="866672"/>
                </a:lnTo>
                <a:lnTo>
                  <a:pt x="0" y="866672"/>
                </a:lnTo>
                <a:lnTo>
                  <a:pt x="0" y="663932"/>
                </a:lnTo>
                <a:lnTo>
                  <a:pt x="642266" y="663932"/>
                </a:lnTo>
                <a:lnTo>
                  <a:pt x="767624" y="663932"/>
                </a:lnTo>
                <a:lnTo>
                  <a:pt x="767624" y="552503"/>
                </a:lnTo>
                <a:lnTo>
                  <a:pt x="464289" y="552503"/>
                </a:lnTo>
                <a:lnTo>
                  <a:pt x="464289" y="114524"/>
                </a:lnTo>
                <a:lnTo>
                  <a:pt x="767624" y="114524"/>
                </a:lnTo>
                <a:lnTo>
                  <a:pt x="767624" y="0"/>
                </a:lnTo>
                <a:close/>
              </a:path>
            </a:pathLst>
          </a:custGeom>
        </p:spPr>
      </p:pic>
      <p:sp>
        <p:nvSpPr>
          <p:cNvPr id="2" name="Textplatzhalter 1">
            <a:extLst>
              <a:ext uri="{FF2B5EF4-FFF2-40B4-BE49-F238E27FC236}">
                <a16:creationId xmlns:a16="http://schemas.microsoft.com/office/drawing/2014/main" id="{A60125F6-6141-4258-A0BA-AF2E7F801235}"/>
              </a:ext>
            </a:extLst>
          </p:cNvPr>
          <p:cNvSpPr>
            <a:spLocks noGrp="1"/>
          </p:cNvSpPr>
          <p:nvPr>
            <p:ph type="body" sz="quarter" idx="15"/>
          </p:nvPr>
        </p:nvSpPr>
        <p:spPr/>
        <p:txBody>
          <a:bodyPr/>
          <a:lstStyle/>
          <a:p>
            <a:r>
              <a:rPr lang="de-DE" dirty="0"/>
              <a:t>Angebot „P3 </a:t>
            </a:r>
            <a:r>
              <a:rPr lang="de-DE" dirty="0" err="1"/>
              <a:t>cloud</a:t>
            </a:r>
            <a:r>
              <a:rPr lang="de-DE" dirty="0"/>
              <a:t> </a:t>
            </a:r>
            <a:r>
              <a:rPr lang="de-DE" dirty="0" err="1"/>
              <a:t>solutions</a:t>
            </a:r>
            <a:r>
              <a:rPr lang="de-DE" dirty="0"/>
              <a:t> GmbH – Cloud Backup Managed Service“</a:t>
            </a:r>
          </a:p>
        </p:txBody>
      </p:sp>
      <p:sp>
        <p:nvSpPr>
          <p:cNvPr id="3" name="Titel 2">
            <a:extLst>
              <a:ext uri="{FF2B5EF4-FFF2-40B4-BE49-F238E27FC236}">
                <a16:creationId xmlns:a16="http://schemas.microsoft.com/office/drawing/2014/main" id="{0D13D416-5D2A-4209-85B8-AEE30BC8B8E9}"/>
              </a:ext>
            </a:extLst>
          </p:cNvPr>
          <p:cNvSpPr>
            <a:spLocks noGrp="1"/>
          </p:cNvSpPr>
          <p:nvPr>
            <p:ph type="title"/>
          </p:nvPr>
        </p:nvSpPr>
        <p:spPr/>
        <p:txBody>
          <a:bodyPr/>
          <a:lstStyle/>
          <a:p>
            <a:r>
              <a:rPr lang="de-DE" dirty="0"/>
              <a:t>Azure &amp; Microsoft 365</a:t>
            </a:r>
          </a:p>
        </p:txBody>
      </p:sp>
      <p:sp>
        <p:nvSpPr>
          <p:cNvPr id="25" name="Textplatzhalter 3">
            <a:extLst>
              <a:ext uri="{FF2B5EF4-FFF2-40B4-BE49-F238E27FC236}">
                <a16:creationId xmlns:a16="http://schemas.microsoft.com/office/drawing/2014/main" id="{E91553E6-B007-4554-A504-B7953F549D1D}"/>
              </a:ext>
            </a:extLst>
          </p:cNvPr>
          <p:cNvSpPr txBox="1">
            <a:spLocks/>
          </p:cNvSpPr>
          <p:nvPr/>
        </p:nvSpPr>
        <p:spPr>
          <a:xfrm>
            <a:off x="4766551" y="1278222"/>
            <a:ext cx="4118283" cy="3187865"/>
          </a:xfrm>
          <a:prstGeom prst="rect">
            <a:avLst/>
          </a:prstGeom>
        </p:spPr>
        <p:txBody>
          <a:bodyPr vert="horz" lIns="0" tIns="0" rIns="0" bIns="0" rtlCol="0">
            <a:noAutofit/>
          </a:bodyPr>
          <a:lstStyle>
            <a:lvl1pPr marL="0" marR="0" indent="0" algn="l" defTabSz="685584" rtl="0" eaLnBrk="1" fontAlgn="auto" latinLnBrk="0" hangingPunct="1">
              <a:lnSpc>
                <a:spcPct val="100000"/>
              </a:lnSpc>
              <a:spcBef>
                <a:spcPts val="0"/>
              </a:spcBef>
              <a:spcAft>
                <a:spcPts val="450"/>
              </a:spcAft>
              <a:buClrTx/>
              <a:buSzTx/>
              <a:buFont typeface="Arial" pitchFamily="34" charset="0"/>
              <a:buNone/>
              <a:tabLst/>
              <a:defRPr sz="1600" b="0" kern="1200">
                <a:solidFill>
                  <a:schemeClr val="tx1"/>
                </a:solidFill>
                <a:latin typeface="+mn-lt"/>
                <a:ea typeface="+mn-ea"/>
                <a:cs typeface="+mn-cs"/>
              </a:defRPr>
            </a:lvl1pPr>
            <a:lvl2pPr marL="269875" marR="0" indent="-269875" algn="l" defTabSz="685584" rtl="0" eaLnBrk="1" fontAlgn="auto" latinLnBrk="0" hangingPunct="1">
              <a:lnSpc>
                <a:spcPct val="100000"/>
              </a:lnSpc>
              <a:spcBef>
                <a:spcPts val="0"/>
              </a:spcBef>
              <a:spcAft>
                <a:spcPts val="450"/>
              </a:spcAft>
              <a:buClr>
                <a:srgbClr val="ED1A3B"/>
              </a:buClr>
              <a:buSzPct val="80000"/>
              <a:buFont typeface="Wingdings 3" panose="05040102010807070707" pitchFamily="18" charset="2"/>
              <a:buChar char=""/>
              <a:tabLst/>
              <a:defRPr sz="1600" kern="1200">
                <a:solidFill>
                  <a:schemeClr val="tx1"/>
                </a:solidFill>
                <a:latin typeface="+mn-lt"/>
                <a:ea typeface="+mn-ea"/>
                <a:cs typeface="+mn-cs"/>
              </a:defRPr>
            </a:lvl2pPr>
            <a:lvl3pPr marL="539750" marR="0" indent="-269875" algn="l" defTabSz="685584" rtl="0" eaLnBrk="1" fontAlgn="auto" latinLnBrk="0" hangingPunct="1">
              <a:lnSpc>
                <a:spcPct val="100000"/>
              </a:lnSpc>
              <a:spcBef>
                <a:spcPts val="0"/>
              </a:spcBef>
              <a:spcAft>
                <a:spcPts val="450"/>
              </a:spcAft>
              <a:buClr>
                <a:srgbClr val="ED1A3B"/>
              </a:buClr>
              <a:buSzPct val="100000"/>
              <a:buFont typeface="Arial" panose="020B0604020202020204" pitchFamily="34" charset="0"/>
              <a:buChar char="‒"/>
              <a:tabLst/>
              <a:defRPr sz="1600" kern="1200">
                <a:solidFill>
                  <a:schemeClr val="tx1"/>
                </a:solidFill>
                <a:latin typeface="+mn-lt"/>
                <a:ea typeface="+mn-ea"/>
                <a:cs typeface="+mn-cs"/>
              </a:defRPr>
            </a:lvl3pPr>
            <a:lvl4pPr marL="809625" marR="0" indent="-269875" algn="l" defTabSz="685584" rtl="0" eaLnBrk="1" fontAlgn="auto" latinLnBrk="0" hangingPunct="1">
              <a:lnSpc>
                <a:spcPct val="100000"/>
              </a:lnSpc>
              <a:spcBef>
                <a:spcPts val="0"/>
              </a:spcBef>
              <a:spcAft>
                <a:spcPts val="450"/>
              </a:spcAft>
              <a:buClr>
                <a:srgbClr val="ED1A3B"/>
              </a:buClr>
              <a:buSzTx/>
              <a:buFont typeface="Arial" panose="020B0604020202020204" pitchFamily="34" charset="0"/>
              <a:buChar char="‒"/>
              <a:tabLst/>
              <a:defRPr sz="1600" kern="1200">
                <a:solidFill>
                  <a:schemeClr val="tx1"/>
                </a:solidFill>
                <a:latin typeface="+mn-lt"/>
                <a:ea typeface="+mn-ea"/>
                <a:cs typeface="+mn-cs"/>
              </a:defRPr>
            </a:lvl4pPr>
            <a:lvl5pPr marL="809625" marR="0" indent="-269875" algn="l" defTabSz="685584" rtl="0" eaLnBrk="1" fontAlgn="auto" latinLnBrk="0" hangingPunct="1">
              <a:lnSpc>
                <a:spcPct val="100000"/>
              </a:lnSpc>
              <a:spcBef>
                <a:spcPts val="0"/>
              </a:spcBef>
              <a:spcAft>
                <a:spcPts val="450"/>
              </a:spcAft>
              <a:buClr>
                <a:srgbClr val="ED1A3B"/>
              </a:buClr>
              <a:buSzTx/>
              <a:buFont typeface="Symbol" panose="05050102010706020507" pitchFamily="18" charset="2"/>
              <a:buChar char="-"/>
              <a:tabLst/>
              <a:defRPr sz="1200" kern="1200">
                <a:solidFill>
                  <a:schemeClr val="tx1"/>
                </a:solidFill>
                <a:latin typeface="+mn-lt"/>
                <a:ea typeface="+mn-ea"/>
                <a:cs typeface="+mn-cs"/>
              </a:defRPr>
            </a:lvl5pPr>
            <a:lvl6pPr marL="600075" indent="0" algn="l" defTabSz="685584" rtl="0" eaLnBrk="1" latinLnBrk="0" hangingPunct="1">
              <a:lnSpc>
                <a:spcPct val="100000"/>
              </a:lnSpc>
              <a:spcBef>
                <a:spcPts val="0"/>
              </a:spcBef>
              <a:spcAft>
                <a:spcPts val="450"/>
              </a:spcAft>
              <a:buFont typeface="Trebuchet MS" pitchFamily="34" charset="0"/>
              <a:buNone/>
              <a:defRPr lang="en-GB" sz="1200" kern="1200" baseline="0" dirty="0" smtClean="0">
                <a:solidFill>
                  <a:schemeClr val="tx1"/>
                </a:solidFill>
                <a:latin typeface="+mn-lt"/>
                <a:ea typeface="+mn-ea"/>
                <a:cs typeface="+mn-cs"/>
              </a:defRPr>
            </a:lvl6pPr>
            <a:lvl7pPr marL="600075" indent="0" algn="l" defTabSz="685584" rtl="0" eaLnBrk="1" latinLnBrk="0" hangingPunct="1">
              <a:lnSpc>
                <a:spcPct val="100000"/>
              </a:lnSpc>
              <a:spcBef>
                <a:spcPts val="0"/>
              </a:spcBef>
              <a:spcAft>
                <a:spcPts val="450"/>
              </a:spcAft>
              <a:buFont typeface="Arial" pitchFamily="34" charset="0"/>
              <a:buNone/>
              <a:defRPr sz="1200" kern="1200">
                <a:solidFill>
                  <a:schemeClr val="tx1"/>
                </a:solidFill>
                <a:latin typeface="+mn-lt"/>
                <a:ea typeface="+mn-ea"/>
                <a:cs typeface="+mn-cs"/>
              </a:defRPr>
            </a:lvl7pPr>
            <a:lvl8pPr marL="803275" marR="0" indent="-263525" algn="l" defTabSz="685584" rtl="0" eaLnBrk="1" fontAlgn="auto" latinLnBrk="0" hangingPunct="1">
              <a:lnSpc>
                <a:spcPct val="100000"/>
              </a:lnSpc>
              <a:spcBef>
                <a:spcPts val="0"/>
              </a:spcBef>
              <a:spcAft>
                <a:spcPts val="450"/>
              </a:spcAft>
              <a:buClr>
                <a:srgbClr val="ED1A3B"/>
              </a:buClr>
              <a:buSzTx/>
              <a:buFont typeface="Symbol" panose="05050102010706020507" pitchFamily="18" charset="2"/>
              <a:buChar char="-"/>
              <a:tabLst/>
              <a:defRPr sz="1200" kern="1200">
                <a:solidFill>
                  <a:schemeClr val="tx1"/>
                </a:solidFill>
                <a:latin typeface="+mn-lt"/>
                <a:ea typeface="+mn-ea"/>
                <a:cs typeface="+mn-cs"/>
              </a:defRPr>
            </a:lvl8pPr>
            <a:lvl9pPr marL="803275" marR="0" indent="-263525" algn="l" defTabSz="685584" rtl="0" eaLnBrk="1" fontAlgn="auto" latinLnBrk="0" hangingPunct="1">
              <a:lnSpc>
                <a:spcPct val="100000"/>
              </a:lnSpc>
              <a:spcBef>
                <a:spcPts val="0"/>
              </a:spcBef>
              <a:spcAft>
                <a:spcPts val="450"/>
              </a:spcAft>
              <a:buClr>
                <a:srgbClr val="ED1A3B"/>
              </a:buClr>
              <a:buSzTx/>
              <a:buFont typeface="Symbol" panose="05050102010706020507" pitchFamily="18" charset="2"/>
              <a:buChar char="-"/>
              <a:tabLst/>
              <a:defRPr sz="1200" kern="1200">
                <a:solidFill>
                  <a:schemeClr val="tx1"/>
                </a:solidFill>
                <a:latin typeface="+mn-lt"/>
                <a:ea typeface="+mn-ea"/>
                <a:cs typeface="+mn-cs"/>
              </a:defRPr>
            </a:lvl9pPr>
          </a:lstStyle>
          <a:p>
            <a:r>
              <a:rPr lang="de-DE" sz="1200" dirty="0"/>
              <a:t>Lösungsinhalte (Beispielkonfiguration):</a:t>
            </a:r>
          </a:p>
          <a:p>
            <a:pPr marL="171450" indent="-171450">
              <a:buFont typeface="Wingdings" panose="05000000000000000000" pitchFamily="2" charset="2"/>
              <a:buChar char="Ø"/>
            </a:pPr>
            <a:r>
              <a:rPr lang="de-DE" sz="1200" dirty="0"/>
              <a:t>Azure Backup</a:t>
            </a:r>
          </a:p>
          <a:p>
            <a:pPr marL="441325" lvl="1" indent="-171450">
              <a:buFont typeface="Wingdings" panose="05000000000000000000" pitchFamily="2" charset="2"/>
              <a:buChar char="Ø"/>
            </a:pPr>
            <a:r>
              <a:rPr lang="de-DE" sz="1200" dirty="0"/>
              <a:t>On-Premises Server / Clients, 2 Instanzen x 500 GB, LRS Redundanz, 2,5 TB </a:t>
            </a:r>
            <a:r>
              <a:rPr lang="de-DE" sz="1200" dirty="0" err="1"/>
              <a:t>mtl</a:t>
            </a:r>
            <a:r>
              <a:rPr lang="de-DE" sz="1200" dirty="0"/>
              <a:t>, Backup Volumen</a:t>
            </a:r>
          </a:p>
          <a:p>
            <a:pPr marL="171450" indent="-171450">
              <a:buFont typeface="Wingdings" panose="05000000000000000000" pitchFamily="2" charset="2"/>
              <a:buChar char="Ø"/>
            </a:pPr>
            <a:r>
              <a:rPr lang="de-DE" sz="1200" dirty="0"/>
              <a:t>Azure Site Recovery</a:t>
            </a:r>
          </a:p>
          <a:p>
            <a:pPr marL="441325" lvl="1" indent="-171450">
              <a:buFont typeface="Wingdings" panose="05000000000000000000" pitchFamily="2" charset="2"/>
              <a:buChar char="Ø"/>
            </a:pPr>
            <a:r>
              <a:rPr lang="de-DE" sz="1200" dirty="0"/>
              <a:t>2 On-Premises Instanzen</a:t>
            </a:r>
          </a:p>
          <a:p>
            <a:pPr marL="171450" indent="-171450">
              <a:buFont typeface="Wingdings" panose="05000000000000000000" pitchFamily="2" charset="2"/>
              <a:buChar char="Ø"/>
            </a:pPr>
            <a:r>
              <a:rPr lang="de-DE" sz="1200" dirty="0"/>
              <a:t>Virtual Network</a:t>
            </a:r>
          </a:p>
          <a:p>
            <a:pPr marL="441325" lvl="1" indent="-171450">
              <a:buFont typeface="Wingdings" panose="05000000000000000000" pitchFamily="2" charset="2"/>
              <a:buChar char="Ø"/>
            </a:pPr>
            <a:r>
              <a:rPr lang="de-DE" sz="1200" dirty="0"/>
              <a:t>100 GB Transfer (Wiederherstellung)</a:t>
            </a:r>
          </a:p>
          <a:p>
            <a:pPr marL="171450" indent="-171450">
              <a:buFont typeface="Wingdings" panose="05000000000000000000" pitchFamily="2" charset="2"/>
              <a:buChar char="Ø"/>
            </a:pPr>
            <a:r>
              <a:rPr lang="de-DE" sz="1200" dirty="0"/>
              <a:t>VPN Gateway</a:t>
            </a:r>
          </a:p>
          <a:p>
            <a:pPr marL="441325" lvl="1" indent="-171450">
              <a:buFont typeface="Wingdings" panose="05000000000000000000" pitchFamily="2" charset="2"/>
              <a:buChar char="Ø"/>
            </a:pPr>
            <a:r>
              <a:rPr lang="de-DE" sz="1200" dirty="0"/>
              <a:t>Basic SKU, 730 Std. mtl., </a:t>
            </a:r>
            <a:r>
              <a:rPr lang="de-DE" sz="1200" dirty="0" err="1"/>
              <a:t>max</a:t>
            </a:r>
            <a:r>
              <a:rPr lang="de-DE" sz="1200" dirty="0"/>
              <a:t> 10 S2S, 128 P2S Tunnel, 0 GB Transfer</a:t>
            </a:r>
          </a:p>
          <a:p>
            <a:pPr marL="171450" indent="-171450">
              <a:buFont typeface="Wingdings" panose="05000000000000000000" pitchFamily="2" charset="2"/>
              <a:buChar char="Ø"/>
            </a:pPr>
            <a:r>
              <a:rPr lang="de-DE" sz="1200" dirty="0"/>
              <a:t>Support</a:t>
            </a:r>
          </a:p>
          <a:p>
            <a:pPr marL="441325" lvl="1" indent="-171450">
              <a:buFont typeface="Wingdings" panose="05000000000000000000" pitchFamily="2" charset="2"/>
              <a:buChar char="Ø"/>
            </a:pPr>
            <a:r>
              <a:rPr lang="de-DE" sz="1200" dirty="0"/>
              <a:t>Webbasiertes Ticketsystem</a:t>
            </a:r>
          </a:p>
          <a:p>
            <a:pPr marL="171450" indent="-171450">
              <a:buFont typeface="Wingdings" panose="05000000000000000000" pitchFamily="2" charset="2"/>
              <a:buChar char="Ø"/>
            </a:pPr>
            <a:r>
              <a:rPr lang="de-DE" sz="1200" dirty="0"/>
              <a:t>Setup - Cloud On-Boarding</a:t>
            </a:r>
          </a:p>
        </p:txBody>
      </p:sp>
      <p:sp>
        <p:nvSpPr>
          <p:cNvPr id="65" name="Textfeld 64">
            <a:extLst>
              <a:ext uri="{FF2B5EF4-FFF2-40B4-BE49-F238E27FC236}">
                <a16:creationId xmlns:a16="http://schemas.microsoft.com/office/drawing/2014/main" id="{B82F92C7-408E-44FA-A638-01A2F9CA7974}"/>
              </a:ext>
            </a:extLst>
          </p:cNvPr>
          <p:cNvSpPr txBox="1"/>
          <p:nvPr/>
        </p:nvSpPr>
        <p:spPr bwMode="gray">
          <a:xfrm>
            <a:off x="1037460" y="2286559"/>
            <a:ext cx="3716024" cy="646331"/>
          </a:xfrm>
          <a:prstGeom prst="rect">
            <a:avLst/>
          </a:prstGeom>
          <a:noFill/>
          <a:ln>
            <a:noFill/>
          </a:ln>
        </p:spPr>
        <p:txBody>
          <a:bodyPr wrap="square">
            <a:spAutoFit/>
          </a:bodyPr>
          <a:lstStyle/>
          <a:p>
            <a:pPr marL="0" lvl="1" fontAlgn="base">
              <a:spcBef>
                <a:spcPts val="400"/>
              </a:spcBef>
              <a:defRPr/>
            </a:pPr>
            <a:r>
              <a:rPr lang="de-DE" sz="1200" b="1" dirty="0">
                <a:solidFill>
                  <a:srgbClr val="1A1A1A"/>
                </a:solidFill>
                <a:latin typeface="+mj-lt"/>
                <a:ea typeface="ＭＳ Ｐゴシック" charset="0"/>
                <a:cs typeface="Segoe UI" panose="020B0502040204020203" pitchFamily="34" charset="0"/>
              </a:rPr>
              <a:t>Vereinfachen Sie die Datensicherung und -aufbewahrung mit schnellen, effizienten Backups</a:t>
            </a:r>
            <a:endParaRPr lang="en-US" sz="1100" b="1" dirty="0">
              <a:ln w="3175">
                <a:noFill/>
              </a:ln>
              <a:solidFill>
                <a:srgbClr val="1A1A1A"/>
              </a:solidFill>
              <a:cs typeface="Segoe UI Semilight" panose="020B0402040204020203" pitchFamily="34" charset="0"/>
            </a:endParaRPr>
          </a:p>
        </p:txBody>
      </p:sp>
      <p:sp>
        <p:nvSpPr>
          <p:cNvPr id="74" name="Textfeld 73">
            <a:extLst>
              <a:ext uri="{FF2B5EF4-FFF2-40B4-BE49-F238E27FC236}">
                <a16:creationId xmlns:a16="http://schemas.microsoft.com/office/drawing/2014/main" id="{0587A98A-6FEB-48F1-AEB5-153DE26A3CCA}"/>
              </a:ext>
            </a:extLst>
          </p:cNvPr>
          <p:cNvSpPr txBox="1"/>
          <p:nvPr/>
        </p:nvSpPr>
        <p:spPr bwMode="gray">
          <a:xfrm>
            <a:off x="1037460" y="1657510"/>
            <a:ext cx="3716024" cy="646331"/>
          </a:xfrm>
          <a:prstGeom prst="rect">
            <a:avLst/>
          </a:prstGeom>
          <a:noFill/>
          <a:ln>
            <a:noFill/>
          </a:ln>
        </p:spPr>
        <p:txBody>
          <a:bodyPr wrap="square">
            <a:spAutoFit/>
          </a:bodyPr>
          <a:lstStyle/>
          <a:p>
            <a:pPr marL="0" lvl="1" fontAlgn="base">
              <a:spcBef>
                <a:spcPts val="400"/>
              </a:spcBef>
              <a:defRPr/>
            </a:pPr>
            <a:r>
              <a:rPr lang="de-DE" sz="1200" b="1" dirty="0">
                <a:solidFill>
                  <a:srgbClr val="1A1A1A"/>
                </a:solidFill>
                <a:latin typeface="+mj-lt"/>
                <a:ea typeface="ＭＳ Ｐゴシック" charset="0"/>
                <a:cs typeface="Segoe UI" panose="020B0502040204020203" pitchFamily="34" charset="0"/>
              </a:rPr>
              <a:t>Verbessern Sie die Ausfallsicherheit und schützen Sie Workloads vor ungeplanten Ausfallzeiten.</a:t>
            </a:r>
            <a:endParaRPr lang="en-US" sz="1100" b="1" dirty="0">
              <a:ln w="3175">
                <a:noFill/>
              </a:ln>
              <a:solidFill>
                <a:srgbClr val="1A1A1A"/>
              </a:solidFill>
              <a:cs typeface="Segoe UI Semilight" panose="020B0402040204020203" pitchFamily="34" charset="0"/>
            </a:endParaRPr>
          </a:p>
        </p:txBody>
      </p:sp>
      <p:sp>
        <p:nvSpPr>
          <p:cNvPr id="78" name="Textfeld 77">
            <a:extLst>
              <a:ext uri="{FF2B5EF4-FFF2-40B4-BE49-F238E27FC236}">
                <a16:creationId xmlns:a16="http://schemas.microsoft.com/office/drawing/2014/main" id="{A0B4741C-CFCB-46C0-B419-D1ED1DA22826}"/>
              </a:ext>
            </a:extLst>
          </p:cNvPr>
          <p:cNvSpPr txBox="1"/>
          <p:nvPr/>
        </p:nvSpPr>
        <p:spPr bwMode="gray">
          <a:xfrm>
            <a:off x="1037460" y="3028585"/>
            <a:ext cx="3716024" cy="646331"/>
          </a:xfrm>
          <a:prstGeom prst="rect">
            <a:avLst/>
          </a:prstGeom>
          <a:noFill/>
          <a:ln>
            <a:noFill/>
          </a:ln>
        </p:spPr>
        <p:txBody>
          <a:bodyPr wrap="square">
            <a:spAutoFit/>
          </a:bodyPr>
          <a:lstStyle/>
          <a:p>
            <a:pPr marL="0" lvl="1" fontAlgn="base">
              <a:spcBef>
                <a:spcPts val="400"/>
              </a:spcBef>
              <a:defRPr/>
            </a:pPr>
            <a:r>
              <a:rPr lang="de-DE" sz="1200" b="1" dirty="0">
                <a:solidFill>
                  <a:srgbClr val="1A1A1A"/>
                </a:solidFill>
                <a:latin typeface="+mj-lt"/>
                <a:ea typeface="ＭＳ Ｐゴシック" charset="0"/>
                <a:cs typeface="Segoe UI" panose="020B0502040204020203" pitchFamily="34" charset="0"/>
              </a:rPr>
              <a:t>Kontrollieren Sie die Infrastrukturkosten durch den Wegfall redundanter Server und Bandspeicher.</a:t>
            </a:r>
            <a:endParaRPr lang="en-US" sz="1100" b="1" dirty="0">
              <a:ln w="3175">
                <a:noFill/>
              </a:ln>
              <a:solidFill>
                <a:srgbClr val="1A1A1A"/>
              </a:solidFill>
              <a:cs typeface="Segoe UI Semilight" panose="020B0402040204020203" pitchFamily="34" charset="0"/>
            </a:endParaRPr>
          </a:p>
        </p:txBody>
      </p:sp>
      <p:sp>
        <p:nvSpPr>
          <p:cNvPr id="80" name="Textfeld 79">
            <a:extLst>
              <a:ext uri="{FF2B5EF4-FFF2-40B4-BE49-F238E27FC236}">
                <a16:creationId xmlns:a16="http://schemas.microsoft.com/office/drawing/2014/main" id="{BC177F48-A103-46AC-AE76-7CDA0CFCEBF0}"/>
              </a:ext>
            </a:extLst>
          </p:cNvPr>
          <p:cNvSpPr txBox="1"/>
          <p:nvPr/>
        </p:nvSpPr>
        <p:spPr bwMode="gray">
          <a:xfrm>
            <a:off x="1050527" y="3768626"/>
            <a:ext cx="3716024" cy="461665"/>
          </a:xfrm>
          <a:prstGeom prst="rect">
            <a:avLst/>
          </a:prstGeom>
          <a:noFill/>
          <a:ln>
            <a:noFill/>
          </a:ln>
        </p:spPr>
        <p:txBody>
          <a:bodyPr wrap="square">
            <a:spAutoFit/>
          </a:bodyPr>
          <a:lstStyle/>
          <a:p>
            <a:pPr marL="0" lvl="1" fontAlgn="base">
              <a:spcBef>
                <a:spcPts val="400"/>
              </a:spcBef>
              <a:defRPr/>
            </a:pPr>
            <a:r>
              <a:rPr lang="en-US" sz="1200" b="1" dirty="0" err="1">
                <a:ln w="3175">
                  <a:noFill/>
                </a:ln>
                <a:solidFill>
                  <a:srgbClr val="1A1A1A"/>
                </a:solidFill>
                <a:latin typeface="+mj-lt"/>
                <a:ea typeface="ＭＳ Ｐゴシック" charset="0"/>
                <a:cs typeface="Segoe UI" panose="020B0502040204020203" pitchFamily="34" charset="0"/>
              </a:rPr>
              <a:t>Individuell</a:t>
            </a:r>
            <a:r>
              <a:rPr lang="en-US" sz="1200" b="1" dirty="0">
                <a:ln w="3175">
                  <a:noFill/>
                </a:ln>
                <a:solidFill>
                  <a:srgbClr val="1A1A1A"/>
                </a:solidFill>
                <a:latin typeface="+mj-lt"/>
                <a:ea typeface="ＭＳ Ｐゴシック" charset="0"/>
                <a:cs typeface="Segoe UI" panose="020B0502040204020203" pitchFamily="34" charset="0"/>
              </a:rPr>
              <a:t> </a:t>
            </a:r>
            <a:r>
              <a:rPr lang="en-US" sz="1200" b="1" dirty="0" err="1">
                <a:ln w="3175">
                  <a:noFill/>
                </a:ln>
                <a:solidFill>
                  <a:srgbClr val="1A1A1A"/>
                </a:solidFill>
                <a:latin typeface="+mj-lt"/>
                <a:ea typeface="ＭＳ Ｐゴシック" charset="0"/>
                <a:cs typeface="Segoe UI" panose="020B0502040204020203" pitchFamily="34" charset="0"/>
              </a:rPr>
              <a:t>anpassbare</a:t>
            </a:r>
            <a:r>
              <a:rPr lang="en-US" sz="1200" b="1" dirty="0">
                <a:ln w="3175">
                  <a:noFill/>
                </a:ln>
                <a:solidFill>
                  <a:srgbClr val="1A1A1A"/>
                </a:solidFill>
                <a:latin typeface="+mj-lt"/>
                <a:ea typeface="ＭＳ Ｐゴシック" charset="0"/>
                <a:cs typeface="Segoe UI" panose="020B0502040204020203" pitchFamily="34" charset="0"/>
              </a:rPr>
              <a:t> </a:t>
            </a:r>
            <a:r>
              <a:rPr lang="en-US" sz="1200" b="1" dirty="0" err="1">
                <a:ln w="3175">
                  <a:noFill/>
                </a:ln>
                <a:solidFill>
                  <a:srgbClr val="1A1A1A"/>
                </a:solidFill>
                <a:latin typeface="+mj-lt"/>
                <a:ea typeface="ＭＳ Ｐゴシック" charset="0"/>
                <a:cs typeface="Segoe UI" panose="020B0502040204020203" pitchFamily="34" charset="0"/>
              </a:rPr>
              <a:t>Bausteine</a:t>
            </a:r>
            <a:br>
              <a:rPr lang="en-US" sz="1200" b="1" dirty="0">
                <a:ln w="3175">
                  <a:noFill/>
                </a:ln>
                <a:solidFill>
                  <a:srgbClr val="1A1A1A"/>
                </a:solidFill>
                <a:latin typeface="+mj-lt"/>
                <a:ea typeface="ＭＳ Ｐゴシック" charset="0"/>
                <a:cs typeface="Segoe UI" panose="020B0502040204020203" pitchFamily="34" charset="0"/>
              </a:rPr>
            </a:br>
            <a:r>
              <a:rPr lang="en-US" sz="1200" b="1" dirty="0" err="1">
                <a:ln w="3175">
                  <a:noFill/>
                </a:ln>
                <a:solidFill>
                  <a:srgbClr val="1A1A1A"/>
                </a:solidFill>
                <a:latin typeface="+mj-lt"/>
                <a:ea typeface="ＭＳ Ｐゴシック" charset="0"/>
                <a:cs typeface="Segoe UI" panose="020B0502040204020203" pitchFamily="34" charset="0"/>
              </a:rPr>
              <a:t>zur</a:t>
            </a:r>
            <a:r>
              <a:rPr lang="en-US" sz="1200" b="1" dirty="0">
                <a:ln w="3175">
                  <a:noFill/>
                </a:ln>
                <a:solidFill>
                  <a:srgbClr val="1A1A1A"/>
                </a:solidFill>
                <a:latin typeface="+mj-lt"/>
                <a:ea typeface="ＭＳ Ｐゴシック" charset="0"/>
                <a:cs typeface="Segoe UI" panose="020B0502040204020203" pitchFamily="34" charset="0"/>
              </a:rPr>
              <a:t> </a:t>
            </a:r>
            <a:r>
              <a:rPr lang="en-US" sz="1200" b="1" dirty="0" err="1">
                <a:ln w="3175">
                  <a:noFill/>
                </a:ln>
                <a:solidFill>
                  <a:srgbClr val="1A1A1A"/>
                </a:solidFill>
                <a:latin typeface="+mj-lt"/>
                <a:ea typeface="ＭＳ Ｐゴシック" charset="0"/>
                <a:cs typeface="Segoe UI" panose="020B0502040204020203" pitchFamily="34" charset="0"/>
              </a:rPr>
              <a:t>Umsetzung</a:t>
            </a:r>
            <a:r>
              <a:rPr lang="en-US" sz="1200" b="1" dirty="0">
                <a:ln w="3175">
                  <a:noFill/>
                </a:ln>
                <a:solidFill>
                  <a:srgbClr val="1A1A1A"/>
                </a:solidFill>
                <a:latin typeface="+mj-lt"/>
                <a:ea typeface="ＭＳ Ｐゴシック" charset="0"/>
                <a:cs typeface="Segoe UI" panose="020B0502040204020203" pitchFamily="34" charset="0"/>
              </a:rPr>
              <a:t> </a:t>
            </a:r>
            <a:r>
              <a:rPr lang="en-US" sz="1200" b="1" dirty="0" err="1">
                <a:ln w="3175">
                  <a:noFill/>
                </a:ln>
                <a:solidFill>
                  <a:srgbClr val="1A1A1A"/>
                </a:solidFill>
                <a:latin typeface="+mj-lt"/>
                <a:ea typeface="ＭＳ Ｐゴシック" charset="0"/>
                <a:cs typeface="Segoe UI" panose="020B0502040204020203" pitchFamily="34" charset="0"/>
              </a:rPr>
              <a:t>spezieller</a:t>
            </a:r>
            <a:r>
              <a:rPr lang="en-US" sz="1200" b="1" dirty="0">
                <a:ln w="3175">
                  <a:noFill/>
                </a:ln>
                <a:solidFill>
                  <a:srgbClr val="1A1A1A"/>
                </a:solidFill>
                <a:latin typeface="+mj-lt"/>
                <a:ea typeface="ＭＳ Ｐゴシック" charset="0"/>
                <a:cs typeface="Segoe UI" panose="020B0502040204020203" pitchFamily="34" charset="0"/>
              </a:rPr>
              <a:t> </a:t>
            </a:r>
            <a:r>
              <a:rPr lang="en-US" sz="1200" b="1" dirty="0" err="1">
                <a:ln w="3175">
                  <a:noFill/>
                </a:ln>
                <a:solidFill>
                  <a:srgbClr val="1A1A1A"/>
                </a:solidFill>
                <a:latin typeface="+mj-lt"/>
                <a:ea typeface="ＭＳ Ｐゴシック" charset="0"/>
                <a:cs typeface="Segoe UI" panose="020B0502040204020203" pitchFamily="34" charset="0"/>
              </a:rPr>
              <a:t>Anforderungen</a:t>
            </a:r>
            <a:endParaRPr lang="en-US" sz="1100" b="1" dirty="0">
              <a:ln w="3175">
                <a:noFill/>
              </a:ln>
              <a:solidFill>
                <a:srgbClr val="1A1A1A"/>
              </a:solidFill>
              <a:cs typeface="Segoe UI Semilight" panose="020B0402040204020203" pitchFamily="34" charset="0"/>
            </a:endParaRPr>
          </a:p>
        </p:txBody>
      </p:sp>
      <p:grpSp>
        <p:nvGrpSpPr>
          <p:cNvPr id="88" name="Group 10" descr="Icon of compliant devices">
            <a:extLst>
              <a:ext uri="{FF2B5EF4-FFF2-40B4-BE49-F238E27FC236}">
                <a16:creationId xmlns:a16="http://schemas.microsoft.com/office/drawing/2014/main" id="{BDA11D8E-EFE0-45BC-9444-E36EF47C497B}"/>
              </a:ext>
            </a:extLst>
          </p:cNvPr>
          <p:cNvGrpSpPr>
            <a:grpSpLocks noChangeAspect="1"/>
          </p:cNvGrpSpPr>
          <p:nvPr/>
        </p:nvGrpSpPr>
        <p:grpSpPr bwMode="auto">
          <a:xfrm>
            <a:off x="350643" y="3782699"/>
            <a:ext cx="360000" cy="358973"/>
            <a:chOff x="337" y="2960"/>
            <a:chExt cx="350" cy="349"/>
          </a:xfrm>
        </p:grpSpPr>
        <p:sp>
          <p:nvSpPr>
            <p:cNvPr id="89" name="Freeform 11">
              <a:extLst>
                <a:ext uri="{FF2B5EF4-FFF2-40B4-BE49-F238E27FC236}">
                  <a16:creationId xmlns:a16="http://schemas.microsoft.com/office/drawing/2014/main" id="{A9CAFAAB-3BCF-4AE2-A9EF-2440802F5B0F}"/>
                </a:ext>
              </a:extLst>
            </p:cNvPr>
            <p:cNvSpPr>
              <a:spLocks noEditPoints="1"/>
            </p:cNvSpPr>
            <p:nvPr/>
          </p:nvSpPr>
          <p:spPr bwMode="auto">
            <a:xfrm>
              <a:off x="338" y="3149"/>
              <a:ext cx="66" cy="121"/>
            </a:xfrm>
            <a:custGeom>
              <a:avLst/>
              <a:gdLst>
                <a:gd name="T0" fmla="*/ 0 w 80"/>
                <a:gd name="T1" fmla="*/ 0 h 147"/>
                <a:gd name="T2" fmla="*/ 0 w 80"/>
                <a:gd name="T3" fmla="*/ 0 h 147"/>
                <a:gd name="T4" fmla="*/ 0 w 80"/>
                <a:gd name="T5" fmla="*/ 128 h 147"/>
                <a:gd name="T6" fmla="*/ 0 w 80"/>
                <a:gd name="T7" fmla="*/ 147 h 147"/>
                <a:gd name="T8" fmla="*/ 80 w 80"/>
                <a:gd name="T9" fmla="*/ 147 h 147"/>
                <a:gd name="T10" fmla="*/ 80 w 80"/>
                <a:gd name="T11" fmla="*/ 128 h 147"/>
                <a:gd name="T12" fmla="*/ 80 w 80"/>
                <a:gd name="T13" fmla="*/ 0 h 147"/>
                <a:gd name="T14" fmla="*/ 0 w 80"/>
                <a:gd name="T15" fmla="*/ 0 h 147"/>
                <a:gd name="T16" fmla="*/ 23 w 80"/>
                <a:gd name="T17" fmla="*/ 128 h 147"/>
                <a:gd name="T18" fmla="*/ 23 w 80"/>
                <a:gd name="T19" fmla="*/ 128 h 147"/>
                <a:gd name="T20" fmla="*/ 23 w 80"/>
                <a:gd name="T21" fmla="*/ 107 h 147"/>
                <a:gd name="T22" fmla="*/ 50 w 80"/>
                <a:gd name="T23" fmla="*/ 107 h 147"/>
                <a:gd name="T24" fmla="*/ 50 w 80"/>
                <a:gd name="T25" fmla="*/ 128 h 147"/>
                <a:gd name="T26" fmla="*/ 50 w 80"/>
                <a:gd name="T27" fmla="*/ 133 h 147"/>
                <a:gd name="T28" fmla="*/ 23 w 80"/>
                <a:gd name="T29" fmla="*/ 133 h 147"/>
                <a:gd name="T30" fmla="*/ 23 w 80"/>
                <a:gd name="T31" fmla="*/ 128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0" h="147">
                  <a:moveTo>
                    <a:pt x="0" y="0"/>
                  </a:moveTo>
                  <a:lnTo>
                    <a:pt x="0" y="0"/>
                  </a:lnTo>
                  <a:lnTo>
                    <a:pt x="0" y="128"/>
                  </a:lnTo>
                  <a:lnTo>
                    <a:pt x="0" y="147"/>
                  </a:lnTo>
                  <a:lnTo>
                    <a:pt x="80" y="147"/>
                  </a:lnTo>
                  <a:lnTo>
                    <a:pt x="80" y="128"/>
                  </a:lnTo>
                  <a:lnTo>
                    <a:pt x="80" y="0"/>
                  </a:lnTo>
                  <a:lnTo>
                    <a:pt x="0" y="0"/>
                  </a:lnTo>
                  <a:close/>
                  <a:moveTo>
                    <a:pt x="23" y="128"/>
                  </a:moveTo>
                  <a:lnTo>
                    <a:pt x="23" y="128"/>
                  </a:lnTo>
                  <a:lnTo>
                    <a:pt x="23" y="107"/>
                  </a:lnTo>
                  <a:lnTo>
                    <a:pt x="50" y="107"/>
                  </a:lnTo>
                  <a:lnTo>
                    <a:pt x="50" y="128"/>
                  </a:lnTo>
                  <a:lnTo>
                    <a:pt x="50" y="133"/>
                  </a:lnTo>
                  <a:lnTo>
                    <a:pt x="23" y="133"/>
                  </a:lnTo>
                  <a:lnTo>
                    <a:pt x="23" y="128"/>
                  </a:lnTo>
                  <a:close/>
                </a:path>
              </a:pathLst>
            </a:custGeom>
            <a:solidFill>
              <a:srgbClr val="C1C1C1"/>
            </a:solidFill>
            <a:ln w="0">
              <a:noFill/>
              <a:prstDash val="solid"/>
              <a:round/>
              <a:headEnd/>
              <a:tailEnd/>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0" name="Freeform 12">
              <a:extLst>
                <a:ext uri="{FF2B5EF4-FFF2-40B4-BE49-F238E27FC236}">
                  <a16:creationId xmlns:a16="http://schemas.microsoft.com/office/drawing/2014/main" id="{967C8C52-593A-4FBA-B6DF-BBC05D1D1D98}"/>
                </a:ext>
              </a:extLst>
            </p:cNvPr>
            <p:cNvSpPr>
              <a:spLocks noEditPoints="1"/>
            </p:cNvSpPr>
            <p:nvPr/>
          </p:nvSpPr>
          <p:spPr bwMode="auto">
            <a:xfrm>
              <a:off x="528" y="3156"/>
              <a:ext cx="154" cy="110"/>
            </a:xfrm>
            <a:custGeom>
              <a:avLst/>
              <a:gdLst>
                <a:gd name="T0" fmla="*/ 171 w 187"/>
                <a:gd name="T1" fmla="*/ 0 h 133"/>
                <a:gd name="T2" fmla="*/ 171 w 187"/>
                <a:gd name="T3" fmla="*/ 0 h 133"/>
                <a:gd name="T4" fmla="*/ 0 w 187"/>
                <a:gd name="T5" fmla="*/ 0 h 133"/>
                <a:gd name="T6" fmla="*/ 0 w 187"/>
                <a:gd name="T7" fmla="*/ 120 h 133"/>
                <a:gd name="T8" fmla="*/ 0 w 187"/>
                <a:gd name="T9" fmla="*/ 133 h 133"/>
                <a:gd name="T10" fmla="*/ 187 w 187"/>
                <a:gd name="T11" fmla="*/ 133 h 133"/>
                <a:gd name="T12" fmla="*/ 187 w 187"/>
                <a:gd name="T13" fmla="*/ 0 h 133"/>
                <a:gd name="T14" fmla="*/ 171 w 187"/>
                <a:gd name="T15" fmla="*/ 0 h 133"/>
                <a:gd name="T16" fmla="*/ 71 w 187"/>
                <a:gd name="T17" fmla="*/ 120 h 133"/>
                <a:gd name="T18" fmla="*/ 71 w 187"/>
                <a:gd name="T19" fmla="*/ 120 h 133"/>
                <a:gd name="T20" fmla="*/ 71 w 187"/>
                <a:gd name="T21" fmla="*/ 93 h 133"/>
                <a:gd name="T22" fmla="*/ 111 w 187"/>
                <a:gd name="T23" fmla="*/ 93 h 133"/>
                <a:gd name="T24" fmla="*/ 111 w 187"/>
                <a:gd name="T25" fmla="*/ 120 h 133"/>
                <a:gd name="T26" fmla="*/ 111 w 187"/>
                <a:gd name="T27" fmla="*/ 120 h 133"/>
                <a:gd name="T28" fmla="*/ 71 w 187"/>
                <a:gd name="T29" fmla="*/ 120 h 133"/>
                <a:gd name="T30" fmla="*/ 71 w 187"/>
                <a:gd name="T31" fmla="*/ 120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7" h="133">
                  <a:moveTo>
                    <a:pt x="171" y="0"/>
                  </a:moveTo>
                  <a:lnTo>
                    <a:pt x="171" y="0"/>
                  </a:lnTo>
                  <a:lnTo>
                    <a:pt x="0" y="0"/>
                  </a:lnTo>
                  <a:lnTo>
                    <a:pt x="0" y="120"/>
                  </a:lnTo>
                  <a:lnTo>
                    <a:pt x="0" y="133"/>
                  </a:lnTo>
                  <a:lnTo>
                    <a:pt x="187" y="133"/>
                  </a:lnTo>
                  <a:lnTo>
                    <a:pt x="187" y="0"/>
                  </a:lnTo>
                  <a:lnTo>
                    <a:pt x="171" y="0"/>
                  </a:lnTo>
                  <a:close/>
                  <a:moveTo>
                    <a:pt x="71" y="120"/>
                  </a:moveTo>
                  <a:lnTo>
                    <a:pt x="71" y="120"/>
                  </a:lnTo>
                  <a:lnTo>
                    <a:pt x="71" y="93"/>
                  </a:lnTo>
                  <a:lnTo>
                    <a:pt x="111" y="93"/>
                  </a:lnTo>
                  <a:lnTo>
                    <a:pt x="111" y="120"/>
                  </a:lnTo>
                  <a:lnTo>
                    <a:pt x="111" y="120"/>
                  </a:lnTo>
                  <a:lnTo>
                    <a:pt x="71" y="120"/>
                  </a:lnTo>
                  <a:lnTo>
                    <a:pt x="71" y="120"/>
                  </a:lnTo>
                  <a:close/>
                </a:path>
              </a:pathLst>
            </a:custGeom>
            <a:solidFill>
              <a:srgbClr val="D1D1D1"/>
            </a:solidFill>
            <a:ln w="0">
              <a:noFill/>
              <a:prstDash val="solid"/>
              <a:round/>
              <a:headEnd/>
              <a:tailEnd/>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1" name="Freeform 13">
              <a:extLst>
                <a:ext uri="{FF2B5EF4-FFF2-40B4-BE49-F238E27FC236}">
                  <a16:creationId xmlns:a16="http://schemas.microsoft.com/office/drawing/2014/main" id="{7954F8A9-4260-4855-B867-254172E57776}"/>
                </a:ext>
              </a:extLst>
            </p:cNvPr>
            <p:cNvSpPr>
              <a:spLocks noEditPoints="1"/>
            </p:cNvSpPr>
            <p:nvPr/>
          </p:nvSpPr>
          <p:spPr bwMode="auto">
            <a:xfrm>
              <a:off x="552" y="2960"/>
              <a:ext cx="135" cy="134"/>
            </a:xfrm>
            <a:custGeom>
              <a:avLst/>
              <a:gdLst>
                <a:gd name="T0" fmla="*/ 41 w 164"/>
                <a:gd name="T1" fmla="*/ 77 h 163"/>
                <a:gd name="T2" fmla="*/ 41 w 164"/>
                <a:gd name="T3" fmla="*/ 77 h 163"/>
                <a:gd name="T4" fmla="*/ 64 w 164"/>
                <a:gd name="T5" fmla="*/ 100 h 163"/>
                <a:gd name="T6" fmla="*/ 123 w 164"/>
                <a:gd name="T7" fmla="*/ 40 h 163"/>
                <a:gd name="T8" fmla="*/ 137 w 164"/>
                <a:gd name="T9" fmla="*/ 55 h 163"/>
                <a:gd name="T10" fmla="*/ 64 w 164"/>
                <a:gd name="T11" fmla="*/ 128 h 163"/>
                <a:gd name="T12" fmla="*/ 27 w 164"/>
                <a:gd name="T13" fmla="*/ 91 h 163"/>
                <a:gd name="T14" fmla="*/ 41 w 164"/>
                <a:gd name="T15" fmla="*/ 77 h 163"/>
                <a:gd name="T16" fmla="*/ 82 w 164"/>
                <a:gd name="T17" fmla="*/ 163 h 163"/>
                <a:gd name="T18" fmla="*/ 82 w 164"/>
                <a:gd name="T19" fmla="*/ 163 h 163"/>
                <a:gd name="T20" fmla="*/ 164 w 164"/>
                <a:gd name="T21" fmla="*/ 81 h 163"/>
                <a:gd name="T22" fmla="*/ 82 w 164"/>
                <a:gd name="T23" fmla="*/ 0 h 163"/>
                <a:gd name="T24" fmla="*/ 0 w 164"/>
                <a:gd name="T25" fmla="*/ 81 h 163"/>
                <a:gd name="T26" fmla="*/ 82 w 164"/>
                <a:gd name="T27" fmla="*/ 163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4" h="163">
                  <a:moveTo>
                    <a:pt x="41" y="77"/>
                  </a:moveTo>
                  <a:lnTo>
                    <a:pt x="41" y="77"/>
                  </a:lnTo>
                  <a:lnTo>
                    <a:pt x="64" y="100"/>
                  </a:lnTo>
                  <a:lnTo>
                    <a:pt x="123" y="40"/>
                  </a:lnTo>
                  <a:lnTo>
                    <a:pt x="137" y="55"/>
                  </a:lnTo>
                  <a:lnTo>
                    <a:pt x="64" y="128"/>
                  </a:lnTo>
                  <a:lnTo>
                    <a:pt x="27" y="91"/>
                  </a:lnTo>
                  <a:lnTo>
                    <a:pt x="41" y="77"/>
                  </a:lnTo>
                  <a:close/>
                  <a:moveTo>
                    <a:pt x="82" y="163"/>
                  </a:moveTo>
                  <a:lnTo>
                    <a:pt x="82" y="163"/>
                  </a:lnTo>
                  <a:cubicBezTo>
                    <a:pt x="128" y="163"/>
                    <a:pt x="164" y="126"/>
                    <a:pt x="164" y="81"/>
                  </a:cubicBezTo>
                  <a:cubicBezTo>
                    <a:pt x="164" y="36"/>
                    <a:pt x="128" y="0"/>
                    <a:pt x="82" y="0"/>
                  </a:cubicBezTo>
                  <a:cubicBezTo>
                    <a:pt x="37" y="0"/>
                    <a:pt x="0" y="36"/>
                    <a:pt x="0" y="81"/>
                  </a:cubicBezTo>
                  <a:cubicBezTo>
                    <a:pt x="0" y="126"/>
                    <a:pt x="37" y="163"/>
                    <a:pt x="82" y="163"/>
                  </a:cubicBezTo>
                  <a:close/>
                </a:path>
              </a:pathLst>
            </a:custGeom>
            <a:solidFill>
              <a:srgbClr val="ED1A3B"/>
            </a:solidFill>
            <a:ln w="0">
              <a:noFill/>
              <a:prstDash val="solid"/>
              <a:round/>
              <a:headEnd/>
              <a:tailEnd/>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2" name="Freeform 14">
              <a:extLst>
                <a:ext uri="{FF2B5EF4-FFF2-40B4-BE49-F238E27FC236}">
                  <a16:creationId xmlns:a16="http://schemas.microsoft.com/office/drawing/2014/main" id="{9C918563-948F-4D19-A087-F89ECABB9661}"/>
                </a:ext>
              </a:extLst>
            </p:cNvPr>
            <p:cNvSpPr>
              <a:spLocks/>
            </p:cNvSpPr>
            <p:nvPr/>
          </p:nvSpPr>
          <p:spPr bwMode="auto">
            <a:xfrm>
              <a:off x="337" y="3045"/>
              <a:ext cx="332" cy="264"/>
            </a:xfrm>
            <a:custGeom>
              <a:avLst/>
              <a:gdLst>
                <a:gd name="T0" fmla="*/ 0 w 403"/>
                <a:gd name="T1" fmla="*/ 99 h 320"/>
                <a:gd name="T2" fmla="*/ 0 w 403"/>
                <a:gd name="T3" fmla="*/ 99 h 320"/>
                <a:gd name="T4" fmla="*/ 1 w 403"/>
                <a:gd name="T5" fmla="*/ 99 h 320"/>
                <a:gd name="T6" fmla="*/ 81 w 403"/>
                <a:gd name="T7" fmla="*/ 99 h 320"/>
                <a:gd name="T8" fmla="*/ 108 w 403"/>
                <a:gd name="T9" fmla="*/ 126 h 320"/>
                <a:gd name="T10" fmla="*/ 108 w 403"/>
                <a:gd name="T11" fmla="*/ 254 h 320"/>
                <a:gd name="T12" fmla="*/ 189 w 403"/>
                <a:gd name="T13" fmla="*/ 254 h 320"/>
                <a:gd name="T14" fmla="*/ 189 w 403"/>
                <a:gd name="T15" fmla="*/ 294 h 320"/>
                <a:gd name="T16" fmla="*/ 136 w 403"/>
                <a:gd name="T17" fmla="*/ 294 h 320"/>
                <a:gd name="T18" fmla="*/ 136 w 403"/>
                <a:gd name="T19" fmla="*/ 320 h 320"/>
                <a:gd name="T20" fmla="*/ 269 w 403"/>
                <a:gd name="T21" fmla="*/ 320 h 320"/>
                <a:gd name="T22" fmla="*/ 269 w 403"/>
                <a:gd name="T23" fmla="*/ 294 h 320"/>
                <a:gd name="T24" fmla="*/ 232 w 403"/>
                <a:gd name="T25" fmla="*/ 294 h 320"/>
                <a:gd name="T26" fmla="*/ 228 w 403"/>
                <a:gd name="T27" fmla="*/ 294 h 320"/>
                <a:gd name="T28" fmla="*/ 216 w 403"/>
                <a:gd name="T29" fmla="*/ 288 h 320"/>
                <a:gd name="T30" fmla="*/ 206 w 403"/>
                <a:gd name="T31" fmla="*/ 267 h 320"/>
                <a:gd name="T32" fmla="*/ 206 w 403"/>
                <a:gd name="T33" fmla="*/ 254 h 320"/>
                <a:gd name="T34" fmla="*/ 206 w 403"/>
                <a:gd name="T35" fmla="*/ 134 h 320"/>
                <a:gd name="T36" fmla="*/ 232 w 403"/>
                <a:gd name="T37" fmla="*/ 107 h 320"/>
                <a:gd name="T38" fmla="*/ 403 w 403"/>
                <a:gd name="T39" fmla="*/ 107 h 320"/>
                <a:gd name="T40" fmla="*/ 403 w 403"/>
                <a:gd name="T41" fmla="*/ 71 h 320"/>
                <a:gd name="T42" fmla="*/ 343 w 403"/>
                <a:gd name="T43" fmla="*/ 89 h 320"/>
                <a:gd name="T44" fmla="*/ 235 w 403"/>
                <a:gd name="T45" fmla="*/ 0 h 320"/>
                <a:gd name="T46" fmla="*/ 107 w 403"/>
                <a:gd name="T47" fmla="*/ 0 h 320"/>
                <a:gd name="T48" fmla="*/ 0 w 403"/>
                <a:gd name="T49" fmla="*/ 0 h 320"/>
                <a:gd name="T50" fmla="*/ 0 w 403"/>
                <a:gd name="T51" fmla="*/ 99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03" h="320">
                  <a:moveTo>
                    <a:pt x="0" y="99"/>
                  </a:moveTo>
                  <a:lnTo>
                    <a:pt x="0" y="99"/>
                  </a:lnTo>
                  <a:cubicBezTo>
                    <a:pt x="1" y="99"/>
                    <a:pt x="1" y="99"/>
                    <a:pt x="1" y="99"/>
                  </a:cubicBezTo>
                  <a:lnTo>
                    <a:pt x="81" y="99"/>
                  </a:lnTo>
                  <a:cubicBezTo>
                    <a:pt x="96" y="99"/>
                    <a:pt x="108" y="111"/>
                    <a:pt x="108" y="126"/>
                  </a:cubicBezTo>
                  <a:lnTo>
                    <a:pt x="108" y="254"/>
                  </a:lnTo>
                  <a:lnTo>
                    <a:pt x="189" y="254"/>
                  </a:lnTo>
                  <a:lnTo>
                    <a:pt x="189" y="294"/>
                  </a:lnTo>
                  <a:lnTo>
                    <a:pt x="136" y="294"/>
                  </a:lnTo>
                  <a:lnTo>
                    <a:pt x="136" y="320"/>
                  </a:lnTo>
                  <a:lnTo>
                    <a:pt x="269" y="320"/>
                  </a:lnTo>
                  <a:lnTo>
                    <a:pt x="269" y="294"/>
                  </a:lnTo>
                  <a:lnTo>
                    <a:pt x="232" y="294"/>
                  </a:lnTo>
                  <a:cubicBezTo>
                    <a:pt x="231" y="294"/>
                    <a:pt x="229" y="294"/>
                    <a:pt x="228" y="294"/>
                  </a:cubicBezTo>
                  <a:cubicBezTo>
                    <a:pt x="223" y="293"/>
                    <a:pt x="219" y="291"/>
                    <a:pt x="216" y="288"/>
                  </a:cubicBezTo>
                  <a:cubicBezTo>
                    <a:pt x="210" y="283"/>
                    <a:pt x="206" y="276"/>
                    <a:pt x="206" y="267"/>
                  </a:cubicBezTo>
                  <a:lnTo>
                    <a:pt x="206" y="254"/>
                  </a:lnTo>
                  <a:lnTo>
                    <a:pt x="206" y="134"/>
                  </a:lnTo>
                  <a:cubicBezTo>
                    <a:pt x="206" y="119"/>
                    <a:pt x="218" y="107"/>
                    <a:pt x="232" y="107"/>
                  </a:cubicBezTo>
                  <a:lnTo>
                    <a:pt x="403" y="107"/>
                  </a:lnTo>
                  <a:lnTo>
                    <a:pt x="403" y="71"/>
                  </a:lnTo>
                  <a:cubicBezTo>
                    <a:pt x="385" y="82"/>
                    <a:pt x="365" y="89"/>
                    <a:pt x="343" y="89"/>
                  </a:cubicBezTo>
                  <a:cubicBezTo>
                    <a:pt x="290" y="89"/>
                    <a:pt x="245" y="51"/>
                    <a:pt x="235" y="0"/>
                  </a:cubicBezTo>
                  <a:lnTo>
                    <a:pt x="107" y="0"/>
                  </a:lnTo>
                  <a:lnTo>
                    <a:pt x="0" y="0"/>
                  </a:lnTo>
                  <a:lnTo>
                    <a:pt x="0" y="99"/>
                  </a:lnTo>
                  <a:close/>
                </a:path>
              </a:pathLst>
            </a:custGeom>
            <a:solidFill>
              <a:srgbClr val="C1C1C1"/>
            </a:solidFill>
            <a:ln w="0">
              <a:noFill/>
              <a:prstDash val="solid"/>
              <a:round/>
              <a:headEnd/>
              <a:tailEnd/>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40" name="Textfeld 39">
            <a:extLst>
              <a:ext uri="{FF2B5EF4-FFF2-40B4-BE49-F238E27FC236}">
                <a16:creationId xmlns:a16="http://schemas.microsoft.com/office/drawing/2014/main" id="{531CA167-248C-4299-B72B-6E38EED1B540}"/>
              </a:ext>
            </a:extLst>
          </p:cNvPr>
          <p:cNvSpPr txBox="1"/>
          <p:nvPr/>
        </p:nvSpPr>
        <p:spPr bwMode="gray">
          <a:xfrm>
            <a:off x="1037460" y="4583080"/>
            <a:ext cx="3716024" cy="512961"/>
          </a:xfrm>
          <a:prstGeom prst="rect">
            <a:avLst/>
          </a:prstGeom>
          <a:noFill/>
          <a:ln>
            <a:noFill/>
          </a:ln>
        </p:spPr>
        <p:txBody>
          <a:bodyPr wrap="square">
            <a:spAutoFit/>
          </a:bodyPr>
          <a:lstStyle/>
          <a:p>
            <a:pPr marL="0" lvl="1" fontAlgn="base">
              <a:spcBef>
                <a:spcPts val="400"/>
              </a:spcBef>
              <a:defRPr/>
            </a:pPr>
            <a:r>
              <a:rPr lang="en-US" sz="800" dirty="0" err="1">
                <a:solidFill>
                  <a:srgbClr val="1A1A1A"/>
                </a:solidFill>
                <a:latin typeface="+mj-lt"/>
                <a:ea typeface="ＭＳ Ｐゴシック" charset="0"/>
                <a:cs typeface="Segoe UI" panose="020B0502040204020203" pitchFamily="34" charset="0"/>
              </a:rPr>
              <a:t>Für</a:t>
            </a:r>
            <a:r>
              <a:rPr lang="en-US" sz="800" dirty="0">
                <a:solidFill>
                  <a:srgbClr val="1A1A1A"/>
                </a:solidFill>
                <a:latin typeface="+mj-lt"/>
                <a:ea typeface="ＭＳ Ｐゴシック" charset="0"/>
                <a:cs typeface="Segoe UI" panose="020B0502040204020203" pitchFamily="34" charset="0"/>
              </a:rPr>
              <a:t> die Site Replication </a:t>
            </a:r>
            <a:r>
              <a:rPr lang="en-US" sz="800" dirty="0" err="1">
                <a:solidFill>
                  <a:srgbClr val="1A1A1A"/>
                </a:solidFill>
                <a:latin typeface="+mj-lt"/>
                <a:ea typeface="ＭＳ Ｐゴシック" charset="0"/>
                <a:cs typeface="Segoe UI" panose="020B0502040204020203" pitchFamily="34" charset="0"/>
              </a:rPr>
              <a:t>ist</a:t>
            </a:r>
            <a:r>
              <a:rPr lang="en-US" sz="800" dirty="0">
                <a:solidFill>
                  <a:srgbClr val="1A1A1A"/>
                </a:solidFill>
                <a:latin typeface="+mj-lt"/>
                <a:ea typeface="ＭＳ Ｐゴシック" charset="0"/>
                <a:cs typeface="Segoe UI" panose="020B0502040204020203" pitchFamily="34" charset="0"/>
              </a:rPr>
              <a:t> </a:t>
            </a:r>
            <a:r>
              <a:rPr lang="en-US" sz="800" dirty="0" err="1">
                <a:solidFill>
                  <a:srgbClr val="1A1A1A"/>
                </a:solidFill>
                <a:latin typeface="+mj-lt"/>
                <a:ea typeface="ＭＳ Ｐゴシック" charset="0"/>
                <a:cs typeface="Segoe UI" panose="020B0502040204020203" pitchFamily="34" charset="0"/>
              </a:rPr>
              <a:t>eine</a:t>
            </a:r>
            <a:r>
              <a:rPr lang="en-US" sz="800" dirty="0">
                <a:solidFill>
                  <a:srgbClr val="1A1A1A"/>
                </a:solidFill>
                <a:latin typeface="+mj-lt"/>
                <a:ea typeface="ＭＳ Ｐゴシック" charset="0"/>
                <a:cs typeface="Segoe UI" panose="020B0502040204020203" pitchFamily="34" charset="0"/>
              </a:rPr>
              <a:t> </a:t>
            </a:r>
            <a:r>
              <a:rPr lang="en-US" sz="800" dirty="0" err="1">
                <a:solidFill>
                  <a:srgbClr val="1A1A1A"/>
                </a:solidFill>
                <a:latin typeface="+mj-lt"/>
                <a:ea typeface="ＭＳ Ｐゴシック" charset="0"/>
                <a:cs typeface="Segoe UI" panose="020B0502040204020203" pitchFamily="34" charset="0"/>
              </a:rPr>
              <a:t>bestehende</a:t>
            </a:r>
            <a:r>
              <a:rPr lang="en-US" sz="800" dirty="0">
                <a:solidFill>
                  <a:srgbClr val="1A1A1A"/>
                </a:solidFill>
                <a:latin typeface="+mj-lt"/>
                <a:ea typeface="ＭＳ Ｐゴシック" charset="0"/>
                <a:cs typeface="Segoe UI" panose="020B0502040204020203" pitchFamily="34" charset="0"/>
              </a:rPr>
              <a:t> </a:t>
            </a:r>
            <a:r>
              <a:rPr lang="en-US" sz="800" dirty="0" err="1">
                <a:solidFill>
                  <a:srgbClr val="1A1A1A"/>
                </a:solidFill>
                <a:latin typeface="+mj-lt"/>
                <a:ea typeface="ＭＳ Ｐゴシック" charset="0"/>
                <a:cs typeface="Segoe UI" panose="020B0502040204020203" pitchFamily="34" charset="0"/>
              </a:rPr>
              <a:t>Internetverbindung</a:t>
            </a:r>
            <a:r>
              <a:rPr lang="en-US" sz="800" dirty="0">
                <a:solidFill>
                  <a:srgbClr val="1A1A1A"/>
                </a:solidFill>
                <a:latin typeface="+mj-lt"/>
                <a:ea typeface="ＭＳ Ｐゴシック" charset="0"/>
                <a:cs typeface="Segoe UI" panose="020B0502040204020203" pitchFamily="34" charset="0"/>
              </a:rPr>
              <a:t> und </a:t>
            </a:r>
            <a:r>
              <a:rPr lang="en-US" sz="800" dirty="0" err="1">
                <a:solidFill>
                  <a:srgbClr val="1A1A1A"/>
                </a:solidFill>
                <a:latin typeface="+mj-lt"/>
                <a:ea typeface="ＭＳ Ｐゴシック" charset="0"/>
                <a:cs typeface="Segoe UI" panose="020B0502040204020203" pitchFamily="34" charset="0"/>
              </a:rPr>
              <a:t>ein</a:t>
            </a:r>
            <a:r>
              <a:rPr lang="en-US" sz="800" dirty="0">
                <a:solidFill>
                  <a:srgbClr val="1A1A1A"/>
                </a:solidFill>
                <a:latin typeface="+mj-lt"/>
                <a:ea typeface="ＭＳ Ｐゴシック" charset="0"/>
                <a:cs typeface="Segoe UI" panose="020B0502040204020203" pitchFamily="34" charset="0"/>
              </a:rPr>
              <a:t> </a:t>
            </a:r>
            <a:r>
              <a:rPr lang="en-US" sz="800" dirty="0" err="1">
                <a:solidFill>
                  <a:srgbClr val="1A1A1A"/>
                </a:solidFill>
                <a:latin typeface="+mj-lt"/>
                <a:ea typeface="ＭＳ Ｐゴシック" charset="0"/>
                <a:cs typeface="Segoe UI" panose="020B0502040204020203" pitchFamily="34" charset="0"/>
              </a:rPr>
              <a:t>lokaler</a:t>
            </a:r>
            <a:r>
              <a:rPr lang="en-US" sz="800" dirty="0">
                <a:solidFill>
                  <a:srgbClr val="1A1A1A"/>
                </a:solidFill>
                <a:latin typeface="+mj-lt"/>
                <a:ea typeface="ＭＳ Ｐゴシック" charset="0"/>
                <a:cs typeface="Segoe UI" panose="020B0502040204020203" pitchFamily="34" charset="0"/>
              </a:rPr>
              <a:t> VPN Gateway (min. Window Server </a:t>
            </a:r>
            <a:r>
              <a:rPr lang="en-US" sz="800" dirty="0" err="1">
                <a:solidFill>
                  <a:srgbClr val="1A1A1A"/>
                </a:solidFill>
                <a:latin typeface="+mj-lt"/>
                <a:ea typeface="ＭＳ Ｐゴシック" charset="0"/>
                <a:cs typeface="Segoe UI" panose="020B0502040204020203" pitchFamily="34" charset="0"/>
              </a:rPr>
              <a:t>Dienstrolle</a:t>
            </a:r>
            <a:r>
              <a:rPr lang="en-US" sz="800" dirty="0">
                <a:solidFill>
                  <a:srgbClr val="1A1A1A"/>
                </a:solidFill>
                <a:latin typeface="+mj-lt"/>
                <a:ea typeface="ＭＳ Ｐゴシック" charset="0"/>
                <a:cs typeface="Segoe UI" panose="020B0502040204020203" pitchFamily="34" charset="0"/>
              </a:rPr>
              <a:t>) </a:t>
            </a:r>
            <a:r>
              <a:rPr lang="en-US" sz="800" dirty="0" err="1">
                <a:solidFill>
                  <a:srgbClr val="1A1A1A"/>
                </a:solidFill>
                <a:latin typeface="+mj-lt"/>
                <a:ea typeface="ＭＳ Ｐゴシック" charset="0"/>
                <a:cs typeface="Segoe UI" panose="020B0502040204020203" pitchFamily="34" charset="0"/>
              </a:rPr>
              <a:t>erforderlich</a:t>
            </a:r>
            <a:endParaRPr lang="en-US" sz="800" dirty="0">
              <a:solidFill>
                <a:srgbClr val="1A1A1A"/>
              </a:solidFill>
              <a:latin typeface="+mj-lt"/>
              <a:ea typeface="ＭＳ Ｐゴシック" charset="0"/>
              <a:cs typeface="Segoe UI" panose="020B0502040204020203" pitchFamily="34" charset="0"/>
            </a:endParaRPr>
          </a:p>
          <a:p>
            <a:pPr marL="0" lvl="1" fontAlgn="base">
              <a:spcBef>
                <a:spcPts val="400"/>
              </a:spcBef>
              <a:defRPr/>
            </a:pPr>
            <a:r>
              <a:rPr lang="en-US" sz="800" dirty="0">
                <a:ln w="3175">
                  <a:noFill/>
                </a:ln>
                <a:solidFill>
                  <a:srgbClr val="1A1A1A"/>
                </a:solidFill>
                <a:latin typeface="+mj-lt"/>
                <a:ea typeface="ＭＳ Ｐゴシック" charset="0"/>
                <a:cs typeface="Segoe UI" panose="020B0502040204020203" pitchFamily="34" charset="0"/>
              </a:rPr>
              <a:t>Installation der </a:t>
            </a:r>
            <a:r>
              <a:rPr lang="en-US" sz="800" dirty="0" err="1">
                <a:ln w="3175">
                  <a:noFill/>
                </a:ln>
                <a:solidFill>
                  <a:srgbClr val="1A1A1A"/>
                </a:solidFill>
                <a:latin typeface="+mj-lt"/>
                <a:ea typeface="ＭＳ Ｐゴシック" charset="0"/>
                <a:cs typeface="Segoe UI" panose="020B0502040204020203" pitchFamily="34" charset="0"/>
              </a:rPr>
              <a:t>Clientintegration</a:t>
            </a:r>
            <a:r>
              <a:rPr lang="en-US" sz="800" dirty="0">
                <a:ln w="3175">
                  <a:noFill/>
                </a:ln>
                <a:solidFill>
                  <a:srgbClr val="1A1A1A"/>
                </a:solidFill>
                <a:latin typeface="+mj-lt"/>
                <a:ea typeface="ＭＳ Ｐゴシック" charset="0"/>
                <a:cs typeface="Segoe UI" panose="020B0502040204020203" pitchFamily="34" charset="0"/>
              </a:rPr>
              <a:t> </a:t>
            </a:r>
            <a:r>
              <a:rPr lang="en-US" sz="800" dirty="0" err="1">
                <a:ln w="3175">
                  <a:noFill/>
                </a:ln>
                <a:solidFill>
                  <a:srgbClr val="1A1A1A"/>
                </a:solidFill>
                <a:latin typeface="+mj-lt"/>
                <a:ea typeface="ＭＳ Ｐゴシック" charset="0"/>
                <a:cs typeface="Segoe UI" panose="020B0502040204020203" pitchFamily="34" charset="0"/>
              </a:rPr>
              <a:t>erfolgt</a:t>
            </a:r>
            <a:r>
              <a:rPr lang="en-US" sz="800" dirty="0">
                <a:ln w="3175">
                  <a:noFill/>
                </a:ln>
                <a:solidFill>
                  <a:srgbClr val="1A1A1A"/>
                </a:solidFill>
                <a:latin typeface="+mj-lt"/>
                <a:ea typeface="ＭＳ Ｐゴシック" charset="0"/>
                <a:cs typeface="Segoe UI" panose="020B0502040204020203" pitchFamily="34" charset="0"/>
              </a:rPr>
              <a:t> </a:t>
            </a:r>
            <a:r>
              <a:rPr lang="en-US" sz="800" dirty="0" err="1">
                <a:ln w="3175">
                  <a:noFill/>
                </a:ln>
                <a:solidFill>
                  <a:srgbClr val="1A1A1A"/>
                </a:solidFill>
                <a:latin typeface="+mj-lt"/>
                <a:ea typeface="ＭＳ Ｐゴシック" charset="0"/>
                <a:cs typeface="Segoe UI" panose="020B0502040204020203" pitchFamily="34" charset="0"/>
              </a:rPr>
              <a:t>durch</a:t>
            </a:r>
            <a:r>
              <a:rPr lang="en-US" sz="800" dirty="0">
                <a:ln w="3175">
                  <a:noFill/>
                </a:ln>
                <a:solidFill>
                  <a:srgbClr val="1A1A1A"/>
                </a:solidFill>
                <a:latin typeface="+mj-lt"/>
                <a:ea typeface="ＭＳ Ｐゴシック" charset="0"/>
                <a:cs typeface="Segoe UI" panose="020B0502040204020203" pitchFamily="34" charset="0"/>
              </a:rPr>
              <a:t> den </a:t>
            </a:r>
            <a:r>
              <a:rPr lang="en-US" sz="800" dirty="0" err="1">
                <a:ln w="3175">
                  <a:noFill/>
                </a:ln>
                <a:solidFill>
                  <a:srgbClr val="1A1A1A"/>
                </a:solidFill>
                <a:latin typeface="+mj-lt"/>
                <a:ea typeface="ＭＳ Ｐゴシック" charset="0"/>
                <a:cs typeface="Segoe UI" panose="020B0502040204020203" pitchFamily="34" charset="0"/>
              </a:rPr>
              <a:t>Kunden</a:t>
            </a:r>
            <a:endParaRPr lang="en-US" sz="800" dirty="0">
              <a:ln w="3175">
                <a:noFill/>
              </a:ln>
              <a:solidFill>
                <a:srgbClr val="1A1A1A"/>
              </a:solidFill>
              <a:cs typeface="Segoe UI Semilight" panose="020B0402040204020203" pitchFamily="34" charset="0"/>
            </a:endParaRPr>
          </a:p>
        </p:txBody>
      </p:sp>
      <p:pic>
        <p:nvPicPr>
          <p:cNvPr id="41" name="Graphic 37">
            <a:extLst>
              <a:ext uri="{FF2B5EF4-FFF2-40B4-BE49-F238E27FC236}">
                <a16:creationId xmlns:a16="http://schemas.microsoft.com/office/drawing/2014/main" id="{3C15AA64-DC8A-45C5-87F6-7D8079F0083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50643" y="1796855"/>
            <a:ext cx="341790" cy="367640"/>
          </a:xfrm>
          <a:prstGeom prst="rect">
            <a:avLst/>
          </a:prstGeom>
        </p:spPr>
      </p:pic>
      <p:pic>
        <p:nvPicPr>
          <p:cNvPr id="42" name="Graphic 38">
            <a:extLst>
              <a:ext uri="{FF2B5EF4-FFF2-40B4-BE49-F238E27FC236}">
                <a16:creationId xmlns:a16="http://schemas.microsoft.com/office/drawing/2014/main" id="{81B1C83E-E766-4404-BDE8-4BA21631D9F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1344" y="2421608"/>
            <a:ext cx="366130" cy="366130"/>
          </a:xfrm>
          <a:prstGeom prst="rect">
            <a:avLst/>
          </a:prstGeom>
        </p:spPr>
      </p:pic>
      <p:pic>
        <p:nvPicPr>
          <p:cNvPr id="43" name="Graphic 39">
            <a:extLst>
              <a:ext uri="{FF2B5EF4-FFF2-40B4-BE49-F238E27FC236}">
                <a16:creationId xmlns:a16="http://schemas.microsoft.com/office/drawing/2014/main" id="{D36AF7C7-3B12-4CAC-8D4A-8ECF92C2EA8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12469" y="3205502"/>
            <a:ext cx="292499" cy="292499"/>
          </a:xfrm>
          <a:prstGeom prst="rect">
            <a:avLst/>
          </a:prstGeom>
        </p:spPr>
      </p:pic>
    </p:spTree>
    <p:extLst>
      <p:ext uri="{BB962C8B-B14F-4D97-AF65-F5344CB8AC3E}">
        <p14:creationId xmlns:p14="http://schemas.microsoft.com/office/powerpoint/2010/main" val="37313190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9" name="Picture 12">
            <a:extLst>
              <a:ext uri="{FF2B5EF4-FFF2-40B4-BE49-F238E27FC236}">
                <a16:creationId xmlns:a16="http://schemas.microsoft.com/office/drawing/2014/main" id="{83901E31-1D6C-4A7F-B7CD-61F002241B7A}"/>
              </a:ext>
              <a:ext uri="{C183D7F6-B498-43B3-948B-1728B52AA6E4}">
                <adec:decorative xmlns:adec="http://schemas.microsoft.com/office/drawing/2017/decorative" val="1"/>
              </a:ext>
            </a:extLst>
          </p:cNvPr>
          <p:cNvPicPr>
            <a:picLocks noGrp="1" noChangeAspect="1"/>
          </p:cNvPicPr>
          <p:nvPr>
            <p:ph type="pic" sz="quarter" idx="16"/>
          </p:nvPr>
        </p:nvPicPr>
        <p:blipFill rotWithShape="1">
          <a:blip r:embed="rId2" cstate="print">
            <a:extLst>
              <a:ext uri="{28A0092B-C50C-407E-A947-70E740481C1C}">
                <a14:useLocalDpi xmlns:a14="http://schemas.microsoft.com/office/drawing/2010/main"/>
              </a:ext>
            </a:extLst>
          </a:blip>
          <a:srcRect l="3938" r="3938"/>
          <a:stretch/>
        </p:blipFill>
        <p:spPr>
          <a:prstGeom prst="rect">
            <a:avLst/>
          </a:prstGeom>
        </p:spPr>
      </p:pic>
      <p:sp>
        <p:nvSpPr>
          <p:cNvPr id="20" name="Textplatzhalter 19">
            <a:extLst>
              <a:ext uri="{FF2B5EF4-FFF2-40B4-BE49-F238E27FC236}">
                <a16:creationId xmlns:a16="http://schemas.microsoft.com/office/drawing/2014/main" id="{60863601-E447-4CD6-89C6-A60134F98387}"/>
              </a:ext>
            </a:extLst>
          </p:cNvPr>
          <p:cNvSpPr>
            <a:spLocks noGrp="1"/>
          </p:cNvSpPr>
          <p:nvPr>
            <p:ph type="body" sz="quarter" idx="15"/>
          </p:nvPr>
        </p:nvSpPr>
        <p:spPr/>
        <p:txBody>
          <a:bodyPr/>
          <a:lstStyle/>
          <a:p>
            <a:endParaRPr lang="de-DE" dirty="0"/>
          </a:p>
        </p:txBody>
      </p:sp>
      <p:sp>
        <p:nvSpPr>
          <p:cNvPr id="19" name="Titel 18">
            <a:extLst>
              <a:ext uri="{FF2B5EF4-FFF2-40B4-BE49-F238E27FC236}">
                <a16:creationId xmlns:a16="http://schemas.microsoft.com/office/drawing/2014/main" id="{701F5AEF-4E51-4040-8DFC-C8CB6756DEF3}"/>
              </a:ext>
            </a:extLst>
          </p:cNvPr>
          <p:cNvSpPr>
            <a:spLocks noGrp="1"/>
          </p:cNvSpPr>
          <p:nvPr>
            <p:ph type="title"/>
          </p:nvPr>
        </p:nvSpPr>
        <p:spPr/>
        <p:txBody>
          <a:bodyPr/>
          <a:lstStyle/>
          <a:p>
            <a:r>
              <a:rPr lang="de-DE" dirty="0"/>
              <a:t>Managed Desktop as a Service</a:t>
            </a:r>
          </a:p>
        </p:txBody>
      </p:sp>
      <p:sp>
        <p:nvSpPr>
          <p:cNvPr id="4" name="Textplatzhalter 3">
            <a:extLst>
              <a:ext uri="{FF2B5EF4-FFF2-40B4-BE49-F238E27FC236}">
                <a16:creationId xmlns:a16="http://schemas.microsoft.com/office/drawing/2014/main" id="{163AB676-4893-429B-983C-05F242025931}"/>
              </a:ext>
            </a:extLst>
          </p:cNvPr>
          <p:cNvSpPr>
            <a:spLocks noGrp="1"/>
          </p:cNvSpPr>
          <p:nvPr>
            <p:ph type="body" sz="quarter" idx="17"/>
          </p:nvPr>
        </p:nvSpPr>
        <p:spPr/>
        <p:txBody>
          <a:bodyPr/>
          <a:lstStyle/>
          <a:p>
            <a:r>
              <a:rPr lang="de-DE" sz="1800" dirty="0">
                <a:effectLst/>
                <a:latin typeface="Calibri" panose="020F0502020204030204" pitchFamily="34" charset="0"/>
                <a:ea typeface="Calibri" panose="020F0502020204030204" pitchFamily="34" charset="0"/>
              </a:rPr>
              <a:t>„</a:t>
            </a:r>
            <a:r>
              <a:rPr lang="de-DE" sz="1800" i="1" dirty="0">
                <a:effectLst/>
                <a:latin typeface="Calibri" panose="020F0502020204030204" pitchFamily="34" charset="0"/>
                <a:ea typeface="Calibri" panose="020F0502020204030204" pitchFamily="34" charset="0"/>
              </a:rPr>
              <a:t>Auf Basis von Windows Virtual Desktop gehostete </a:t>
            </a:r>
            <a:r>
              <a:rPr lang="de-DE" sz="1800" i="1" err="1">
                <a:effectLst/>
                <a:latin typeface="Calibri" panose="020F0502020204030204" pitchFamily="34" charset="0"/>
                <a:ea typeface="Calibri" panose="020F0502020204030204" pitchFamily="34" charset="0"/>
              </a:rPr>
              <a:t>Enduser</a:t>
            </a:r>
            <a:r>
              <a:rPr lang="de-DE" sz="1800" i="1" dirty="0">
                <a:effectLst/>
                <a:latin typeface="Calibri" panose="020F0502020204030204" pitchFamily="34" charset="0"/>
                <a:ea typeface="Calibri" panose="020F0502020204030204" pitchFamily="34" charset="0"/>
              </a:rPr>
              <a:t> Clients</a:t>
            </a:r>
            <a:r>
              <a:rPr lang="de-DE" sz="1800" dirty="0">
                <a:effectLst/>
                <a:latin typeface="Calibri" panose="020F0502020204030204" pitchFamily="34" charset="0"/>
                <a:ea typeface="Calibri" panose="020F0502020204030204" pitchFamily="34" charset="0"/>
              </a:rPr>
              <a:t>“</a:t>
            </a:r>
            <a:endParaRPr lang="de-DE" dirty="0"/>
          </a:p>
        </p:txBody>
      </p:sp>
      <p:sp>
        <p:nvSpPr>
          <p:cNvPr id="2" name="Fußzeilenplatzhalter 1">
            <a:extLst>
              <a:ext uri="{FF2B5EF4-FFF2-40B4-BE49-F238E27FC236}">
                <a16:creationId xmlns:a16="http://schemas.microsoft.com/office/drawing/2014/main" id="{D19961AE-5D92-472A-BE32-6CB7AFB6C88A}"/>
              </a:ext>
            </a:extLst>
          </p:cNvPr>
          <p:cNvSpPr>
            <a:spLocks noGrp="1"/>
          </p:cNvSpPr>
          <p:nvPr>
            <p:ph type="ftr" sz="quarter" idx="3"/>
          </p:nvPr>
        </p:nvSpPr>
        <p:spPr/>
        <p:txBody>
          <a:bodyPr/>
          <a:lstStyle/>
          <a:p>
            <a:pPr algn="l"/>
            <a:r>
              <a:rPr lang="de-DE" dirty="0"/>
              <a:t>Service „Managed Compliance as a Service“</a:t>
            </a:r>
          </a:p>
        </p:txBody>
      </p:sp>
    </p:spTree>
    <p:extLst>
      <p:ext uri="{BB962C8B-B14F-4D97-AF65-F5344CB8AC3E}">
        <p14:creationId xmlns:p14="http://schemas.microsoft.com/office/powerpoint/2010/main" val="17390354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750"/>
                                        <p:tgtEl>
                                          <p:spTgt spid="9"/>
                                        </p:tgtEl>
                                      </p:cBhvr>
                                    </p:animEffect>
                                  </p:childTnLst>
                                </p:cTn>
                              </p:par>
                              <p:par>
                                <p:cTn id="8" presetID="2" presetClass="entr" presetSubtype="2" accel="10000" decel="9000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 calcmode="lin" valueType="num">
                                      <p:cBhvr additive="base">
                                        <p:cTn id="10" dur="1000" fill="hold"/>
                                        <p:tgtEl>
                                          <p:spTgt spid="9"/>
                                        </p:tgtEl>
                                        <p:attrNameLst>
                                          <p:attrName>ppt_x</p:attrName>
                                        </p:attrNameLst>
                                      </p:cBhvr>
                                      <p:tavLst>
                                        <p:tav tm="0">
                                          <p:val>
                                            <p:strVal val="1+#ppt_w/2"/>
                                          </p:val>
                                        </p:tav>
                                        <p:tav tm="100000">
                                          <p:val>
                                            <p:strVal val="#ppt_x"/>
                                          </p:val>
                                        </p:tav>
                                      </p:tavLst>
                                    </p:anim>
                                    <p:anim calcmode="lin" valueType="num">
                                      <p:cBhvr additive="base">
                                        <p:cTn id="11" dur="10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2" name="Picture Placeholder 24">
            <a:extLst>
              <a:ext uri="{FF2B5EF4-FFF2-40B4-BE49-F238E27FC236}">
                <a16:creationId xmlns:a16="http://schemas.microsoft.com/office/drawing/2014/main" id="{C3B39A1E-7EB6-4499-A293-49B8ADBFB2C6}"/>
              </a:ext>
            </a:extLst>
          </p:cNvPr>
          <p:cNvPicPr>
            <a:picLocks noGrp="1" noChangeAspect="1"/>
          </p:cNvPicPr>
          <p:nvPr>
            <p:ph type="pic" sz="quarter" idx="16"/>
          </p:nvPr>
        </p:nvPicPr>
        <p:blipFill rotWithShape="1">
          <a:blip r:embed="rId2" cstate="print">
            <a:extLst>
              <a:ext uri="{28A0092B-C50C-407E-A947-70E740481C1C}">
                <a14:useLocalDpi xmlns:a14="http://schemas.microsoft.com/office/drawing/2010/main"/>
              </a:ext>
            </a:extLst>
          </a:blip>
          <a:srcRect t="18026" b="18026"/>
          <a:stretch/>
        </p:blipFill>
        <p:spPr>
          <a:prstGeom prst="rect">
            <a:avLst/>
          </a:prstGeom>
        </p:spPr>
      </p:pic>
      <p:sp>
        <p:nvSpPr>
          <p:cNvPr id="20" name="Textplatzhalter 19">
            <a:extLst>
              <a:ext uri="{FF2B5EF4-FFF2-40B4-BE49-F238E27FC236}">
                <a16:creationId xmlns:a16="http://schemas.microsoft.com/office/drawing/2014/main" id="{60863601-E447-4CD6-89C6-A60134F98387}"/>
              </a:ext>
            </a:extLst>
          </p:cNvPr>
          <p:cNvSpPr>
            <a:spLocks noGrp="1"/>
          </p:cNvSpPr>
          <p:nvPr>
            <p:ph type="body" sz="quarter" idx="15"/>
          </p:nvPr>
        </p:nvSpPr>
        <p:spPr/>
        <p:txBody>
          <a:bodyPr/>
          <a:lstStyle/>
          <a:p>
            <a:endParaRPr lang="de-DE" dirty="0"/>
          </a:p>
        </p:txBody>
      </p:sp>
      <p:sp>
        <p:nvSpPr>
          <p:cNvPr id="19" name="Titel 18">
            <a:extLst>
              <a:ext uri="{FF2B5EF4-FFF2-40B4-BE49-F238E27FC236}">
                <a16:creationId xmlns:a16="http://schemas.microsoft.com/office/drawing/2014/main" id="{701F5AEF-4E51-4040-8DFC-C8CB6756DEF3}"/>
              </a:ext>
            </a:extLst>
          </p:cNvPr>
          <p:cNvSpPr>
            <a:spLocks noGrp="1"/>
          </p:cNvSpPr>
          <p:nvPr>
            <p:ph type="title"/>
          </p:nvPr>
        </p:nvSpPr>
        <p:spPr/>
        <p:txBody>
          <a:bodyPr/>
          <a:lstStyle/>
          <a:p>
            <a:r>
              <a:rPr lang="de-DE" dirty="0"/>
              <a:t>SBC as a Service</a:t>
            </a:r>
          </a:p>
        </p:txBody>
      </p:sp>
      <p:sp>
        <p:nvSpPr>
          <p:cNvPr id="4" name="Textplatzhalter 3">
            <a:extLst>
              <a:ext uri="{FF2B5EF4-FFF2-40B4-BE49-F238E27FC236}">
                <a16:creationId xmlns:a16="http://schemas.microsoft.com/office/drawing/2014/main" id="{163AB676-4893-429B-983C-05F242025931}"/>
              </a:ext>
            </a:extLst>
          </p:cNvPr>
          <p:cNvSpPr>
            <a:spLocks noGrp="1"/>
          </p:cNvSpPr>
          <p:nvPr>
            <p:ph type="body" sz="quarter" idx="17"/>
          </p:nvPr>
        </p:nvSpPr>
        <p:spPr/>
        <p:txBody>
          <a:bodyPr/>
          <a:lstStyle/>
          <a:p>
            <a:r>
              <a:rPr lang="de-DE" sz="1800" dirty="0">
                <a:effectLst/>
                <a:latin typeface="Calibri" panose="020F0502020204030204" pitchFamily="34" charset="0"/>
                <a:ea typeface="Calibri" panose="020F0502020204030204" pitchFamily="34" charset="0"/>
              </a:rPr>
              <a:t> „</a:t>
            </a:r>
            <a:r>
              <a:rPr lang="de-DE" sz="1800" i="1" dirty="0">
                <a:effectLst/>
                <a:latin typeface="Calibri" panose="020F0502020204030204" pitchFamily="34" charset="0"/>
                <a:ea typeface="Calibri" panose="020F0502020204030204" pitchFamily="34" charset="0"/>
              </a:rPr>
              <a:t>gemanagte Cloud Telefonie über Microsoft Teams und „Direct SIP Trunk“ mit optionaler Rufnummernübernahme (sofern möglich)</a:t>
            </a:r>
            <a:r>
              <a:rPr lang="de-DE" sz="1800" dirty="0">
                <a:effectLst/>
                <a:latin typeface="Calibri" panose="020F0502020204030204" pitchFamily="34" charset="0"/>
                <a:ea typeface="Calibri" panose="020F0502020204030204" pitchFamily="34" charset="0"/>
              </a:rPr>
              <a:t>“</a:t>
            </a:r>
            <a:endParaRPr lang="de-DE" dirty="0"/>
          </a:p>
        </p:txBody>
      </p:sp>
    </p:spTree>
    <p:extLst>
      <p:ext uri="{BB962C8B-B14F-4D97-AF65-F5344CB8AC3E}">
        <p14:creationId xmlns:p14="http://schemas.microsoft.com/office/powerpoint/2010/main" val="353533253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1DD1FEC1-E66B-4E10-83EA-E945CDBCD02D}"/>
              </a:ext>
            </a:extLst>
          </p:cNvPr>
          <p:cNvSpPr txBox="1">
            <a:spLocks noGrp="1"/>
          </p:cNvSpPr>
          <p:nvPr>
            <p:ph type="title"/>
          </p:nvPr>
        </p:nvSpPr>
        <p:spPr>
          <a:xfrm>
            <a:off x="438150" y="569254"/>
            <a:ext cx="3118772" cy="969496"/>
          </a:xfrm>
          <a:prstGeom prst="rect">
            <a:avLst/>
          </a:prstGeom>
          <a:noFill/>
          <a:ln>
            <a:noFill/>
            <a:prstDash/>
          </a:ln>
          <a:effectLst/>
        </p:spPr>
        <p:txBody>
          <a:bodyPr rot="0" spcFirstLastPara="0" vertOverflow="overflow" horzOverflow="overflow" vert="horz" wrap="square" lIns="0" tIns="0" rIns="0" bIns="0" numCol="1" spcCol="0" rtlCol="0" fromWordArt="0" anchor="b"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pPr defTabSz="699557">
              <a:defRPr/>
            </a:pPr>
            <a:r>
              <a:rPr lang="en-US" sz="2700" spc="-38" dirty="0">
                <a:solidFill>
                  <a:srgbClr val="000000"/>
                </a:solidFill>
                <a:latin typeface="Segoe UI Semibold"/>
              </a:rPr>
              <a:t>Microsoft Teams</a:t>
            </a:r>
            <a:br>
              <a:rPr lang="en-US" sz="2700" spc="-38" dirty="0">
                <a:solidFill>
                  <a:srgbClr val="000000"/>
                </a:solidFill>
                <a:latin typeface="Segoe UI Semibold"/>
              </a:rPr>
            </a:br>
            <a:r>
              <a:rPr lang="en-US" sz="1800" spc="-38" dirty="0">
                <a:solidFill>
                  <a:srgbClr val="000000"/>
                </a:solidFill>
                <a:latin typeface="Segoe UI Semibold"/>
              </a:rPr>
              <a:t>Teamwork &amp; Calling</a:t>
            </a:r>
            <a:br>
              <a:rPr lang="en-US" sz="1800" spc="-38" dirty="0">
                <a:solidFill>
                  <a:srgbClr val="000000"/>
                </a:solidFill>
                <a:latin typeface="Segoe UI Semibold"/>
              </a:rPr>
            </a:br>
            <a:r>
              <a:rPr lang="en-US" sz="1800" spc="-38" dirty="0">
                <a:solidFill>
                  <a:srgbClr val="000000"/>
                </a:solidFill>
                <a:latin typeface="Segoe UI Semibold"/>
              </a:rPr>
              <a:t>Managed Service Offering</a:t>
            </a:r>
            <a:endParaRPr lang="en-US" sz="2700" spc="-38" dirty="0">
              <a:solidFill>
                <a:srgbClr val="000000"/>
              </a:solidFill>
              <a:latin typeface="Segoe UI Semibold"/>
            </a:endParaRPr>
          </a:p>
        </p:txBody>
      </p:sp>
      <p:pic>
        <p:nvPicPr>
          <p:cNvPr id="13" name="Picture 12">
            <a:extLst>
              <a:ext uri="{FF2B5EF4-FFF2-40B4-BE49-F238E27FC236}">
                <a16:creationId xmlns:a16="http://schemas.microsoft.com/office/drawing/2014/main" id="{86C4593A-A4C6-4AAF-AD86-E32CE1CCB1D8}"/>
              </a:ext>
              <a:ext uri="{C183D7F6-B498-43B3-948B-1728B52AA6E4}">
                <adec:decorative xmlns:adec="http://schemas.microsoft.com/office/drawing/2017/decorative" val="1"/>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4439840" y="0"/>
            <a:ext cx="4704160" cy="5143500"/>
          </a:xfrm>
          <a:prstGeom prst="rect">
            <a:avLst/>
          </a:prstGeom>
        </p:spPr>
      </p:pic>
      <p:sp>
        <p:nvSpPr>
          <p:cNvPr id="14" name="Text Placeholder 2">
            <a:extLst>
              <a:ext uri="{FF2B5EF4-FFF2-40B4-BE49-F238E27FC236}">
                <a16:creationId xmlns:a16="http://schemas.microsoft.com/office/drawing/2014/main" id="{7A5B8F32-4406-4CB9-80BE-EFF5B4781F39}"/>
              </a:ext>
            </a:extLst>
          </p:cNvPr>
          <p:cNvSpPr txBox="1">
            <a:spLocks/>
          </p:cNvSpPr>
          <p:nvPr/>
        </p:nvSpPr>
        <p:spPr>
          <a:xfrm>
            <a:off x="438150" y="1788819"/>
            <a:ext cx="3121819" cy="2287806"/>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200" kern="1200" spc="0" baseline="0">
                <a:solidFill>
                  <a:schemeClr val="tx1"/>
                </a:solidFill>
                <a:latin typeface="+mn-lt"/>
                <a:ea typeface="+mn-ea"/>
                <a:cs typeface="Segoe UI" panose="020B0502040204020203" pitchFamily="34" charset="0"/>
              </a:defRPr>
            </a:lvl1pPr>
            <a:lvl2pPr marL="2286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solidFill>
                  <a:schemeClr val="tx1"/>
                </a:solidFill>
                <a:latin typeface="+mn-lt"/>
                <a:ea typeface="+mn-ea"/>
                <a:cs typeface="+mn-cs"/>
              </a:defRPr>
            </a:lvl2pPr>
            <a:lvl3pPr marL="4572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3pPr>
            <a:lvl4pPr marL="661988"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855663"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defTabSz="699557">
              <a:spcBef>
                <a:spcPts val="450"/>
              </a:spcBef>
              <a:defRPr/>
            </a:pPr>
            <a:r>
              <a:rPr lang="en-US" sz="1200" dirty="0">
                <a:solidFill>
                  <a:srgbClr val="000000"/>
                </a:solidFill>
                <a:latin typeface="Segoe UI Semibold"/>
              </a:rPr>
              <a:t>Basic Services:</a:t>
            </a:r>
          </a:p>
          <a:p>
            <a:pPr marL="171450" indent="-171450" defTabSz="699557">
              <a:spcBef>
                <a:spcPts val="450"/>
              </a:spcBef>
              <a:buFont typeface="Arial" panose="020B0604020202020204" pitchFamily="34" charset="0"/>
              <a:buChar char="•"/>
              <a:defRPr/>
            </a:pPr>
            <a:r>
              <a:rPr lang="en-US" sz="1200" dirty="0">
                <a:solidFill>
                  <a:srgbClr val="000000"/>
                </a:solidFill>
                <a:latin typeface="Segoe UI Semibold"/>
              </a:rPr>
              <a:t>SBC as a Service in Azure (include Advanced Security settings, monitoring and logging)</a:t>
            </a:r>
          </a:p>
          <a:p>
            <a:pPr marL="171450" indent="-171450" defTabSz="699557">
              <a:spcBef>
                <a:spcPts val="450"/>
              </a:spcBef>
              <a:buFont typeface="Arial" panose="020B0604020202020204" pitchFamily="34" charset="0"/>
              <a:buChar char="•"/>
              <a:defRPr/>
            </a:pPr>
            <a:r>
              <a:rPr lang="en-US" sz="1200" dirty="0">
                <a:solidFill>
                  <a:srgbClr val="000000"/>
                </a:solidFill>
                <a:latin typeface="Segoe UI Semibold"/>
              </a:rPr>
              <a:t>Direct Routing (Basic deployment)</a:t>
            </a:r>
          </a:p>
          <a:p>
            <a:pPr marL="171450" indent="-171450" defTabSz="699557">
              <a:spcBef>
                <a:spcPts val="450"/>
              </a:spcBef>
              <a:buFont typeface="Arial" panose="020B0604020202020204" pitchFamily="34" charset="0"/>
              <a:buChar char="•"/>
              <a:defRPr/>
            </a:pPr>
            <a:r>
              <a:rPr lang="en-US" sz="1200" dirty="0">
                <a:solidFill>
                  <a:srgbClr val="000000"/>
                </a:solidFill>
                <a:latin typeface="Segoe UI Semibold"/>
              </a:rPr>
              <a:t>Calling Plans Offering (Microsoft license or external service provider)</a:t>
            </a:r>
          </a:p>
          <a:p>
            <a:pPr marL="171450" indent="-171450" defTabSz="699557">
              <a:spcBef>
                <a:spcPts val="450"/>
              </a:spcBef>
              <a:buFont typeface="Arial" panose="020B0604020202020204" pitchFamily="34" charset="0"/>
              <a:buChar char="•"/>
              <a:defRPr/>
            </a:pPr>
            <a:r>
              <a:rPr lang="en-US" sz="1200">
                <a:solidFill>
                  <a:srgbClr val="000000"/>
                </a:solidFill>
                <a:latin typeface="Segoe UI Semibold"/>
              </a:rPr>
              <a:t>Optional Call </a:t>
            </a:r>
            <a:r>
              <a:rPr lang="en-US" sz="1200" dirty="0">
                <a:solidFill>
                  <a:srgbClr val="000000"/>
                </a:solidFill>
                <a:latin typeface="Segoe UI Semibold"/>
              </a:rPr>
              <a:t>Center solution (Basic deployment integration in Microsoft Teams and Microsoft Dynamics 365 (CRM))</a:t>
            </a:r>
            <a:endParaRPr lang="en-US" sz="1200" dirty="0">
              <a:solidFill>
                <a:srgbClr val="000000"/>
              </a:solidFill>
              <a:latin typeface="Segoe UI"/>
            </a:endParaRPr>
          </a:p>
        </p:txBody>
      </p:sp>
    </p:spTree>
    <p:extLst>
      <p:ext uri="{BB962C8B-B14F-4D97-AF65-F5344CB8AC3E}">
        <p14:creationId xmlns:p14="http://schemas.microsoft.com/office/powerpoint/2010/main" val="270092520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750"/>
                                        <p:tgtEl>
                                          <p:spTgt spid="13"/>
                                        </p:tgtEl>
                                      </p:cBhvr>
                                    </p:animEffect>
                                  </p:childTnLst>
                                </p:cTn>
                              </p:par>
                              <p:par>
                                <p:cTn id="8" presetID="2" presetClass="entr" presetSubtype="2" accel="10000" decel="9000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 calcmode="lin" valueType="num">
                                      <p:cBhvr additive="base">
                                        <p:cTn id="10" dur="1000" fill="hold"/>
                                        <p:tgtEl>
                                          <p:spTgt spid="13"/>
                                        </p:tgtEl>
                                        <p:attrNameLst>
                                          <p:attrName>ppt_x</p:attrName>
                                        </p:attrNameLst>
                                      </p:cBhvr>
                                      <p:tavLst>
                                        <p:tav tm="0">
                                          <p:val>
                                            <p:strVal val="1+#ppt_w/2"/>
                                          </p:val>
                                        </p:tav>
                                        <p:tav tm="100000">
                                          <p:val>
                                            <p:strVal val="#ppt_x"/>
                                          </p:val>
                                        </p:tav>
                                      </p:tavLst>
                                    </p:anim>
                                    <p:anim calcmode="lin" valueType="num">
                                      <p:cBhvr additive="base">
                                        <p:cTn id="11" dur="1000" fill="hold"/>
                                        <p:tgtEl>
                                          <p:spTgt spid="13"/>
                                        </p:tgtEl>
                                        <p:attrNameLst>
                                          <p:attrName>ppt_y</p:attrName>
                                        </p:attrNameLst>
                                      </p:cBhvr>
                                      <p:tavLst>
                                        <p:tav tm="0">
                                          <p:val>
                                            <p:strVal val="#ppt_y"/>
                                          </p:val>
                                        </p:tav>
                                        <p:tav tm="100000">
                                          <p:val>
                                            <p:strVal val="#ppt_y"/>
                                          </p:val>
                                        </p:tav>
                                      </p:tavLst>
                                    </p:anim>
                                  </p:childTnLst>
                                </p:cTn>
                              </p:par>
                              <p:par>
                                <p:cTn id="12" presetID="10" presetClass="entr" presetSubtype="0" fill="hold" grpId="0" nodeType="withEffect">
                                  <p:stCondLst>
                                    <p:cond delay="25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500"/>
                                        <p:tgtEl>
                                          <p:spTgt spid="14"/>
                                        </p:tgtEl>
                                      </p:cBhvr>
                                    </p:animEffect>
                                  </p:childTnLst>
                                </p:cTn>
                              </p:par>
                              <p:par>
                                <p:cTn id="15" presetID="64" presetClass="path" presetSubtype="0" accel="50000" decel="50000" fill="hold" grpId="1" nodeType="withEffect">
                                  <p:stCondLst>
                                    <p:cond delay="0"/>
                                  </p:stCondLst>
                                  <p:childTnLst>
                                    <p:animMotion origin="layout" path="M 3.61111E-6 0.07531 L 3.61111E-6 -1.7284E-6 " pathEditMode="relative" rAng="0" ptsTypes="AA">
                                      <p:cBhvr>
                                        <p:cTn id="16" dur="750" fill="hold"/>
                                        <p:tgtEl>
                                          <p:spTgt spid="14"/>
                                        </p:tgtEl>
                                        <p:attrNameLst>
                                          <p:attrName>ppt_x</p:attrName>
                                          <p:attrName>ppt_y</p:attrName>
                                        </p:attrNameLst>
                                      </p:cBhvr>
                                      <p:rCtr x="0" y="-376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Lst>
  </p:timing>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61B7779-CDD1-4358-BAEE-627556B3D9EB}"/>
              </a:ext>
            </a:extLst>
          </p:cNvPr>
          <p:cNvSpPr txBox="1">
            <a:spLocks/>
          </p:cNvSpPr>
          <p:nvPr/>
        </p:nvSpPr>
        <p:spPr>
          <a:xfrm>
            <a:off x="4840300" y="186604"/>
            <a:ext cx="3118772" cy="1384995"/>
          </a:xfrm>
          <a:prstGeom prst="rect">
            <a:avLst/>
          </a:prstGeom>
          <a:noFill/>
          <a:ln>
            <a:noFill/>
            <a:prstDash/>
          </a:ln>
          <a:effectLst/>
        </p:spPr>
        <p:txBody>
          <a:bodyPr rot="0" spcFirstLastPara="0" vertOverflow="overflow" horzOverflow="overflow" vert="horz" wrap="square" lIns="0" tIns="0" rIns="0" bIns="0" numCol="1" spcCol="0" rtlCol="0" fromWordArt="0" anchor="b"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pPr defTabSz="699557">
              <a:defRPr/>
            </a:pPr>
            <a:r>
              <a:rPr lang="en-GB" sz="2700" spc="-38" dirty="0" err="1">
                <a:solidFill>
                  <a:srgbClr val="000000"/>
                </a:solidFill>
                <a:latin typeface="Segoe UI Semibold"/>
              </a:rPr>
              <a:t>PoC</a:t>
            </a:r>
            <a:r>
              <a:rPr lang="en-GB" sz="2700" spc="-38" dirty="0">
                <a:solidFill>
                  <a:srgbClr val="000000"/>
                </a:solidFill>
                <a:latin typeface="Segoe UI Semibold"/>
              </a:rPr>
              <a:t> Test Environment</a:t>
            </a:r>
            <a:br>
              <a:rPr lang="en-GB" sz="2700" spc="-38" dirty="0">
                <a:solidFill>
                  <a:srgbClr val="000000"/>
                </a:solidFill>
                <a:latin typeface="Segoe UI Semibold"/>
              </a:rPr>
            </a:br>
            <a:r>
              <a:rPr lang="en-GB" sz="1800" spc="-38" dirty="0">
                <a:solidFill>
                  <a:srgbClr val="000000"/>
                </a:solidFill>
                <a:latin typeface="Segoe UI Semibold"/>
              </a:rPr>
              <a:t>based on Azure – </a:t>
            </a:r>
            <a:br>
              <a:rPr lang="en-GB" sz="1800" spc="-38" dirty="0">
                <a:solidFill>
                  <a:srgbClr val="000000"/>
                </a:solidFill>
                <a:latin typeface="Segoe UI Semibold"/>
              </a:rPr>
            </a:br>
            <a:r>
              <a:rPr lang="en-GB" sz="1800" spc="-38" dirty="0">
                <a:solidFill>
                  <a:srgbClr val="000000"/>
                </a:solidFill>
                <a:latin typeface="Segoe UI Semibold"/>
              </a:rPr>
              <a:t>Managed Service</a:t>
            </a:r>
            <a:endParaRPr lang="en-GB" sz="2700" spc="-38" dirty="0">
              <a:solidFill>
                <a:srgbClr val="000000"/>
              </a:solidFill>
              <a:latin typeface="Segoe UI Semibold"/>
            </a:endParaRPr>
          </a:p>
        </p:txBody>
      </p:sp>
      <p:sp>
        <p:nvSpPr>
          <p:cNvPr id="9" name="Text Placeholder 2">
            <a:extLst>
              <a:ext uri="{FF2B5EF4-FFF2-40B4-BE49-F238E27FC236}">
                <a16:creationId xmlns:a16="http://schemas.microsoft.com/office/drawing/2014/main" id="{DFB72FCF-DFEE-443A-AB75-64B462E684BE}"/>
              </a:ext>
            </a:extLst>
          </p:cNvPr>
          <p:cNvSpPr txBox="1">
            <a:spLocks/>
          </p:cNvSpPr>
          <p:nvPr/>
        </p:nvSpPr>
        <p:spPr>
          <a:xfrm>
            <a:off x="4840300" y="1737893"/>
            <a:ext cx="3121819" cy="2664832"/>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200" kern="1200" spc="0" baseline="0">
                <a:solidFill>
                  <a:schemeClr val="tx1"/>
                </a:solidFill>
                <a:latin typeface="+mn-lt"/>
                <a:ea typeface="+mn-ea"/>
                <a:cs typeface="Segoe UI" panose="020B0502040204020203" pitchFamily="34" charset="0"/>
              </a:defRPr>
            </a:lvl1pPr>
            <a:lvl2pPr marL="2286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solidFill>
                  <a:schemeClr val="tx1"/>
                </a:solidFill>
                <a:latin typeface="+mn-lt"/>
                <a:ea typeface="+mn-ea"/>
                <a:cs typeface="+mn-cs"/>
              </a:defRPr>
            </a:lvl2pPr>
            <a:lvl3pPr marL="4572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3pPr>
            <a:lvl4pPr marL="661988"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855663"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defTabSz="699557">
              <a:spcBef>
                <a:spcPts val="450"/>
              </a:spcBef>
              <a:defRPr/>
            </a:pPr>
            <a:r>
              <a:rPr lang="en-US" sz="1200" dirty="0" err="1">
                <a:solidFill>
                  <a:srgbClr val="000000"/>
                </a:solidFill>
                <a:latin typeface="Segoe UI Semibold"/>
              </a:rPr>
              <a:t>PoC</a:t>
            </a:r>
            <a:r>
              <a:rPr lang="en-US" sz="1200" dirty="0">
                <a:solidFill>
                  <a:srgbClr val="000000"/>
                </a:solidFill>
                <a:latin typeface="Segoe UI Semibold"/>
              </a:rPr>
              <a:t> Services 30-Days:</a:t>
            </a:r>
          </a:p>
          <a:p>
            <a:pPr marL="171450" indent="-171450" defTabSz="699557">
              <a:spcBef>
                <a:spcPts val="450"/>
              </a:spcBef>
              <a:buFont typeface="Arial" panose="020B0604020202020204" pitchFamily="34" charset="0"/>
              <a:buChar char="•"/>
              <a:defRPr/>
            </a:pPr>
            <a:r>
              <a:rPr lang="en-US" sz="1200" dirty="0">
                <a:solidFill>
                  <a:srgbClr val="000000"/>
                </a:solidFill>
                <a:latin typeface="Segoe UI Semibold"/>
              </a:rPr>
              <a:t>SBC as a Service in Azure (</a:t>
            </a:r>
            <a:r>
              <a:rPr lang="en-US" sz="1200" dirty="0" err="1">
                <a:solidFill>
                  <a:srgbClr val="000000"/>
                </a:solidFill>
                <a:latin typeface="Segoe UI Semibold"/>
              </a:rPr>
              <a:t>Audiocodes</a:t>
            </a:r>
            <a:r>
              <a:rPr lang="en-US" sz="1200" dirty="0">
                <a:solidFill>
                  <a:srgbClr val="000000"/>
                </a:solidFill>
                <a:latin typeface="Segoe UI Semibold"/>
              </a:rPr>
              <a:t>)</a:t>
            </a:r>
          </a:p>
          <a:p>
            <a:pPr marL="171450" indent="-171450" defTabSz="699557">
              <a:spcBef>
                <a:spcPts val="450"/>
              </a:spcBef>
              <a:buFont typeface="Arial" panose="020B0604020202020204" pitchFamily="34" charset="0"/>
              <a:buChar char="•"/>
              <a:defRPr/>
            </a:pPr>
            <a:r>
              <a:rPr lang="en-US" sz="1200" dirty="0">
                <a:solidFill>
                  <a:srgbClr val="000000"/>
                </a:solidFill>
                <a:latin typeface="Segoe UI Semibold"/>
              </a:rPr>
              <a:t>1 SIP Trunk (10 local DE Phone Number, 2 In-Come Sessions, connect to SBC, 1.000 Min. PSTN Germany, 200 Min. PSTN Mobile Germany, 24h Support Hotline)</a:t>
            </a:r>
          </a:p>
          <a:p>
            <a:pPr marL="171450" indent="-171450" defTabSz="699557">
              <a:spcBef>
                <a:spcPts val="450"/>
              </a:spcBef>
              <a:buFont typeface="Arial" panose="020B0604020202020204" pitchFamily="34" charset="0"/>
              <a:buChar char="•"/>
              <a:defRPr/>
            </a:pPr>
            <a:r>
              <a:rPr lang="en-US" sz="1200" dirty="0">
                <a:solidFill>
                  <a:srgbClr val="000000"/>
                </a:solidFill>
                <a:latin typeface="Segoe UI Semibold"/>
              </a:rPr>
              <a:t>Basic Configuration SBC with Teams</a:t>
            </a:r>
          </a:p>
          <a:p>
            <a:pPr marL="171450" indent="-171450" defTabSz="699557">
              <a:spcBef>
                <a:spcPts val="450"/>
              </a:spcBef>
              <a:buFont typeface="Arial" panose="020B0604020202020204" pitchFamily="34" charset="0"/>
              <a:buChar char="•"/>
              <a:defRPr/>
            </a:pPr>
            <a:r>
              <a:rPr lang="en-US" sz="1200" dirty="0">
                <a:solidFill>
                  <a:srgbClr val="000000"/>
                </a:solidFill>
                <a:latin typeface="Segoe UI Semibold"/>
              </a:rPr>
              <a:t>Configuration 10 Teams User</a:t>
            </a:r>
          </a:p>
          <a:p>
            <a:pPr marL="171450" indent="-171450" defTabSz="699557">
              <a:spcBef>
                <a:spcPts val="450"/>
              </a:spcBef>
              <a:buFont typeface="Arial" panose="020B0604020202020204" pitchFamily="34" charset="0"/>
              <a:buChar char="•"/>
              <a:defRPr/>
            </a:pPr>
            <a:r>
              <a:rPr lang="en-US" sz="1200" dirty="0">
                <a:solidFill>
                  <a:srgbClr val="000000"/>
                </a:solidFill>
                <a:latin typeface="Segoe UI Semibold"/>
              </a:rPr>
              <a:t>6 hrs. Support Package </a:t>
            </a:r>
            <a:br>
              <a:rPr lang="en-US" sz="1200" dirty="0">
                <a:solidFill>
                  <a:srgbClr val="000000"/>
                </a:solidFill>
                <a:latin typeface="Segoe UI Semibold"/>
              </a:rPr>
            </a:br>
            <a:r>
              <a:rPr lang="en-US" sz="1200" dirty="0">
                <a:solidFill>
                  <a:srgbClr val="000000"/>
                </a:solidFill>
                <a:latin typeface="Segoe UI Semibold"/>
              </a:rPr>
              <a:t>(Web Based Ticket System)</a:t>
            </a:r>
          </a:p>
          <a:p>
            <a:pPr marL="171450" indent="-171450" defTabSz="699557">
              <a:spcBef>
                <a:spcPts val="450"/>
              </a:spcBef>
              <a:buFont typeface="Arial" panose="020B0604020202020204" pitchFamily="34" charset="0"/>
              <a:buChar char="•"/>
              <a:defRPr/>
            </a:pPr>
            <a:r>
              <a:rPr lang="en-US" sz="1200" dirty="0">
                <a:solidFill>
                  <a:srgbClr val="000000"/>
                </a:solidFill>
                <a:latin typeface="Segoe UI Semibold"/>
              </a:rPr>
              <a:t>1 hrs. Webcast On-Boarding</a:t>
            </a:r>
          </a:p>
          <a:p>
            <a:pPr marL="171450" indent="-171450" defTabSz="699557">
              <a:spcBef>
                <a:spcPts val="450"/>
              </a:spcBef>
              <a:buFont typeface="Arial" panose="020B0604020202020204" pitchFamily="34" charset="0"/>
              <a:buChar char="•"/>
              <a:defRPr/>
            </a:pPr>
            <a:r>
              <a:rPr lang="en-US" sz="800" dirty="0">
                <a:solidFill>
                  <a:srgbClr val="000000"/>
                </a:solidFill>
                <a:latin typeface="Segoe UI Semibold"/>
              </a:rPr>
              <a:t>Customer TLS certificate required, costs not included</a:t>
            </a:r>
            <a:endParaRPr lang="en-US" sz="800" dirty="0">
              <a:solidFill>
                <a:srgbClr val="000000"/>
              </a:solidFill>
              <a:latin typeface="Segoe UI"/>
            </a:endParaRPr>
          </a:p>
        </p:txBody>
      </p:sp>
      <p:sp>
        <p:nvSpPr>
          <p:cNvPr id="10" name="Text Placeholder 2">
            <a:extLst>
              <a:ext uri="{FF2B5EF4-FFF2-40B4-BE49-F238E27FC236}">
                <a16:creationId xmlns:a16="http://schemas.microsoft.com/office/drawing/2014/main" id="{DE4A5197-08E3-4D55-BC8F-026CEFD01D17}"/>
              </a:ext>
            </a:extLst>
          </p:cNvPr>
          <p:cNvSpPr txBox="1">
            <a:spLocks/>
          </p:cNvSpPr>
          <p:nvPr/>
        </p:nvSpPr>
        <p:spPr>
          <a:xfrm>
            <a:off x="194554" y="4703147"/>
            <a:ext cx="3790379" cy="307777"/>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200" kern="1200" spc="0" baseline="0">
                <a:solidFill>
                  <a:schemeClr val="tx1"/>
                </a:solidFill>
                <a:latin typeface="+mn-lt"/>
                <a:ea typeface="+mn-ea"/>
                <a:cs typeface="Segoe UI" panose="020B0502040204020203" pitchFamily="34" charset="0"/>
              </a:defRPr>
            </a:lvl1pPr>
            <a:lvl2pPr marL="2286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solidFill>
                  <a:schemeClr val="tx1"/>
                </a:solidFill>
                <a:latin typeface="+mn-lt"/>
                <a:ea typeface="+mn-ea"/>
                <a:cs typeface="+mn-cs"/>
              </a:defRPr>
            </a:lvl2pPr>
            <a:lvl3pPr marL="4572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3pPr>
            <a:lvl4pPr marL="661988"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855663"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defTabSz="699557">
              <a:spcBef>
                <a:spcPts val="450"/>
              </a:spcBef>
              <a:defRPr/>
            </a:pPr>
            <a:r>
              <a:rPr lang="en-US" sz="2000" b="1" dirty="0">
                <a:solidFill>
                  <a:srgbClr val="FF0000"/>
                </a:solidFill>
                <a:latin typeface="Segoe UI Semibold"/>
              </a:rPr>
              <a:t>1.980,- EUR One-Time (30-Days)</a:t>
            </a:r>
          </a:p>
        </p:txBody>
      </p:sp>
    </p:spTree>
    <p:extLst>
      <p:ext uri="{BB962C8B-B14F-4D97-AF65-F5344CB8AC3E}">
        <p14:creationId xmlns:p14="http://schemas.microsoft.com/office/powerpoint/2010/main" val="352553778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64" presetClass="path" presetSubtype="0" accel="50000" decel="50000" fill="hold" grpId="1" nodeType="withEffect">
                                  <p:stCondLst>
                                    <p:cond delay="0"/>
                                  </p:stCondLst>
                                  <p:childTnLst>
                                    <p:animMotion origin="layout" path="M 0 0.07531 L 0 -3.58025E-6 " pathEditMode="relative" rAng="0" ptsTypes="AA">
                                      <p:cBhvr>
                                        <p:cTn id="9" dur="750" fill="hold"/>
                                        <p:tgtEl>
                                          <p:spTgt spid="9"/>
                                        </p:tgtEl>
                                        <p:attrNameLst>
                                          <p:attrName>ppt_x</p:attrName>
                                          <p:attrName>ppt_y</p:attrName>
                                        </p:attrNameLst>
                                      </p:cBhvr>
                                      <p:rCtr x="0" y="-3765"/>
                                    </p:animMotion>
                                  </p:childTnLst>
                                </p:cTn>
                              </p:par>
                              <p:par>
                                <p:cTn id="10" presetID="10" presetClass="entr" presetSubtype="0" fill="hold" grpId="0" nodeType="withEffect">
                                  <p:stCondLst>
                                    <p:cond delay="25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par>
                                <p:cTn id="13" presetID="64" presetClass="path" presetSubtype="0" accel="50000" decel="50000" fill="hold" grpId="1" nodeType="withEffect">
                                  <p:stCondLst>
                                    <p:cond delay="0"/>
                                  </p:stCondLst>
                                  <p:childTnLst>
                                    <p:animMotion origin="layout" path="M -2.77778E-6 0.07531 L -2.77778E-6 3.58025E-6 " pathEditMode="relative" rAng="0" ptsTypes="AA">
                                      <p:cBhvr>
                                        <p:cTn id="14" dur="750" fill="hold"/>
                                        <p:tgtEl>
                                          <p:spTgt spid="10"/>
                                        </p:tgtEl>
                                        <p:attrNameLst>
                                          <p:attrName>ppt_x</p:attrName>
                                          <p:attrName>ppt_y</p:attrName>
                                        </p:attrNameLst>
                                      </p:cBhvr>
                                      <p:rCtr x="0" y="-376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P spid="10" grpId="0"/>
      <p:bldP spid="10" grpId="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E944DADE-5B48-492E-ABE0-BA9D335560E2}"/>
              </a:ext>
            </a:extLst>
          </p:cNvPr>
          <p:cNvPicPr>
            <a:picLocks noGrp="1" noChangeAspect="1"/>
          </p:cNvPicPr>
          <p:nvPr>
            <p:ph type="pic" sz="quarter" idx="16"/>
          </p:nvPr>
        </p:nvPicPr>
        <p:blipFill rotWithShape="1">
          <a:blip r:embed="rId2" cstate="print">
            <a:extLst>
              <a:ext uri="{28A0092B-C50C-407E-A947-70E740481C1C}">
                <a14:useLocalDpi xmlns:a14="http://schemas.microsoft.com/office/drawing/2010/main"/>
              </a:ext>
            </a:extLst>
          </a:blip>
          <a:srcRect l="16" r="16"/>
          <a:stretch/>
        </p:blipFill>
        <p:spPr/>
      </p:pic>
      <p:sp>
        <p:nvSpPr>
          <p:cNvPr id="20" name="Textplatzhalter 19">
            <a:extLst>
              <a:ext uri="{FF2B5EF4-FFF2-40B4-BE49-F238E27FC236}">
                <a16:creationId xmlns:a16="http://schemas.microsoft.com/office/drawing/2014/main" id="{60863601-E447-4CD6-89C6-A60134F98387}"/>
              </a:ext>
            </a:extLst>
          </p:cNvPr>
          <p:cNvSpPr>
            <a:spLocks noGrp="1"/>
          </p:cNvSpPr>
          <p:nvPr>
            <p:ph type="body" sz="quarter" idx="15"/>
          </p:nvPr>
        </p:nvSpPr>
        <p:spPr/>
        <p:txBody>
          <a:bodyPr/>
          <a:lstStyle/>
          <a:p>
            <a:r>
              <a:rPr lang="de-DE" i="1" dirty="0">
                <a:effectLst/>
                <a:ea typeface="Calibri" panose="020F0502020204030204" pitchFamily="34" charset="0"/>
              </a:rPr>
              <a:t>Über MEM gemanagte Windows 10 Endpoint Geräte</a:t>
            </a:r>
            <a:endParaRPr lang="de-DE" dirty="0"/>
          </a:p>
        </p:txBody>
      </p:sp>
      <p:sp>
        <p:nvSpPr>
          <p:cNvPr id="19" name="Titel 18">
            <a:extLst>
              <a:ext uri="{FF2B5EF4-FFF2-40B4-BE49-F238E27FC236}">
                <a16:creationId xmlns:a16="http://schemas.microsoft.com/office/drawing/2014/main" id="{701F5AEF-4E51-4040-8DFC-C8CB6756DEF3}"/>
              </a:ext>
            </a:extLst>
          </p:cNvPr>
          <p:cNvSpPr>
            <a:spLocks noGrp="1"/>
          </p:cNvSpPr>
          <p:nvPr>
            <p:ph type="title"/>
          </p:nvPr>
        </p:nvSpPr>
        <p:spPr/>
        <p:txBody>
          <a:bodyPr/>
          <a:lstStyle/>
          <a:p>
            <a:r>
              <a:rPr lang="de-DE" err="1"/>
              <a:t>Managed</a:t>
            </a:r>
            <a:r>
              <a:rPr lang="de-DE" dirty="0"/>
              <a:t> </a:t>
            </a:r>
            <a:r>
              <a:rPr lang="de-DE" err="1"/>
              <a:t>Endpoint</a:t>
            </a:r>
            <a:r>
              <a:rPr lang="de-DE" dirty="0"/>
              <a:t> </a:t>
            </a:r>
            <a:r>
              <a:rPr lang="de-DE" err="1"/>
              <a:t>as</a:t>
            </a:r>
            <a:r>
              <a:rPr lang="de-DE" dirty="0"/>
              <a:t> a Service</a:t>
            </a:r>
          </a:p>
        </p:txBody>
      </p:sp>
      <p:sp>
        <p:nvSpPr>
          <p:cNvPr id="4" name="Textplatzhalter 3">
            <a:extLst>
              <a:ext uri="{FF2B5EF4-FFF2-40B4-BE49-F238E27FC236}">
                <a16:creationId xmlns:a16="http://schemas.microsoft.com/office/drawing/2014/main" id="{163AB676-4893-429B-983C-05F242025931}"/>
              </a:ext>
            </a:extLst>
          </p:cNvPr>
          <p:cNvSpPr>
            <a:spLocks noGrp="1"/>
          </p:cNvSpPr>
          <p:nvPr>
            <p:ph type="body" sz="quarter" idx="17"/>
          </p:nvPr>
        </p:nvSpPr>
        <p:spPr/>
        <p:txBody>
          <a:bodyPr/>
          <a:lstStyle/>
          <a:p>
            <a:r>
              <a:rPr lang="de-DE" b="0" i="0" dirty="0">
                <a:solidFill>
                  <a:srgbClr val="444444"/>
                </a:solidFill>
                <a:effectLst/>
              </a:rPr>
              <a:t>Unsere Basis Leistungen enthalten die wichtigsten Ansätze des </a:t>
            </a:r>
            <a:r>
              <a:rPr lang="de-DE" b="0" i="0" dirty="0" err="1">
                <a:solidFill>
                  <a:srgbClr val="444444"/>
                </a:solidFill>
                <a:effectLst/>
              </a:rPr>
              <a:t>Entpointmanagements</a:t>
            </a:r>
            <a:r>
              <a:rPr lang="de-DE" b="0" i="0" dirty="0">
                <a:solidFill>
                  <a:srgbClr val="444444"/>
                </a:solidFill>
                <a:effectLst/>
              </a:rPr>
              <a:t> wie z.B.:</a:t>
            </a:r>
          </a:p>
          <a:p>
            <a:pPr marL="285750" indent="-285750">
              <a:buFont typeface="Arial" panose="020B0604020202020204" pitchFamily="34" charset="0"/>
              <a:buChar char="•"/>
            </a:pPr>
            <a:r>
              <a:rPr lang="de-DE" b="0" i="0" dirty="0">
                <a:solidFill>
                  <a:srgbClr val="444444"/>
                </a:solidFill>
                <a:effectLst/>
              </a:rPr>
              <a:t>Service Desk (</a:t>
            </a:r>
            <a:r>
              <a:rPr lang="de-DE" b="0" i="0" dirty="0" err="1">
                <a:solidFill>
                  <a:srgbClr val="444444"/>
                </a:solidFill>
                <a:effectLst/>
              </a:rPr>
              <a:t>SPoC</a:t>
            </a:r>
            <a:r>
              <a:rPr lang="de-DE" b="0" i="0" dirty="0">
                <a:solidFill>
                  <a:srgbClr val="444444"/>
                </a:solidFill>
                <a:effectLst/>
              </a:rPr>
              <a:t>)</a:t>
            </a:r>
          </a:p>
          <a:p>
            <a:pPr marL="285750" indent="-285750">
              <a:buFont typeface="Arial" panose="020B0604020202020204" pitchFamily="34" charset="0"/>
              <a:buChar char="•"/>
            </a:pPr>
            <a:r>
              <a:rPr lang="de-DE" dirty="0">
                <a:solidFill>
                  <a:srgbClr val="444444"/>
                </a:solidFill>
              </a:rPr>
              <a:t>Umfassendes Device-, Update-, Patch-, Rollout- und Lifecycle-Management mit Basis Richtlinien </a:t>
            </a:r>
            <a:br>
              <a:rPr lang="de-DE" dirty="0">
                <a:solidFill>
                  <a:srgbClr val="444444"/>
                </a:solidFill>
              </a:rPr>
            </a:br>
            <a:r>
              <a:rPr lang="de-DE" dirty="0">
                <a:solidFill>
                  <a:srgbClr val="444444"/>
                </a:solidFill>
              </a:rPr>
              <a:t>(Best Practice)</a:t>
            </a:r>
          </a:p>
          <a:p>
            <a:pPr marL="285750" indent="-285750">
              <a:buFont typeface="Arial" panose="020B0604020202020204" pitchFamily="34" charset="0"/>
              <a:buChar char="•"/>
            </a:pPr>
            <a:r>
              <a:rPr lang="de-DE" b="0" i="0" err="1">
                <a:solidFill>
                  <a:srgbClr val="444444"/>
                </a:solidFill>
                <a:effectLst/>
              </a:rPr>
              <a:t>Endpoint</a:t>
            </a:r>
            <a:r>
              <a:rPr lang="de-DE" b="0" i="0" dirty="0">
                <a:solidFill>
                  <a:srgbClr val="444444"/>
                </a:solidFill>
                <a:effectLst/>
              </a:rPr>
              <a:t> Security</a:t>
            </a:r>
            <a:endParaRPr lang="de-DE" dirty="0">
              <a:solidFill>
                <a:srgbClr val="444444"/>
              </a:solidFill>
            </a:endParaRPr>
          </a:p>
          <a:p>
            <a:pPr marL="285750" indent="-285750">
              <a:buFont typeface="Arial" panose="020B0604020202020204" pitchFamily="34" charset="0"/>
              <a:buChar char="•"/>
            </a:pPr>
            <a:r>
              <a:rPr lang="de-DE" dirty="0">
                <a:solidFill>
                  <a:srgbClr val="444444"/>
                </a:solidFill>
              </a:rPr>
              <a:t>Bereitstellung von Standard-Anwendungen (Microsoft Store oder in-</a:t>
            </a:r>
            <a:r>
              <a:rPr lang="de-DE" dirty="0" err="1">
                <a:solidFill>
                  <a:srgbClr val="444444"/>
                </a:solidFill>
              </a:rPr>
              <a:t>Build</a:t>
            </a:r>
            <a:r>
              <a:rPr lang="de-DE" dirty="0">
                <a:solidFill>
                  <a:srgbClr val="444444"/>
                </a:solidFill>
              </a:rPr>
              <a:t>)</a:t>
            </a:r>
          </a:p>
          <a:p>
            <a:pPr marL="285750" indent="-285750">
              <a:buFont typeface="Arial" panose="020B0604020202020204" pitchFamily="34" charset="0"/>
              <a:buChar char="•"/>
            </a:pPr>
            <a:r>
              <a:rPr lang="de-DE" b="0" i="0" dirty="0">
                <a:solidFill>
                  <a:srgbClr val="444444"/>
                </a:solidFill>
                <a:effectLst/>
              </a:rPr>
              <a:t>Remote Konfiguration</a:t>
            </a:r>
          </a:p>
          <a:p>
            <a:pPr marL="285750" indent="-285750">
              <a:buFont typeface="Arial" panose="020B0604020202020204" pitchFamily="34" charset="0"/>
              <a:buChar char="•"/>
            </a:pPr>
            <a:r>
              <a:rPr lang="de-DE" b="0" i="0" dirty="0">
                <a:solidFill>
                  <a:srgbClr val="444444"/>
                </a:solidFill>
                <a:effectLst/>
              </a:rPr>
              <a:t>Erzwingen der Verschlüsselung (Bitlocker) und Fernlöschfunktion-Funktion (</a:t>
            </a:r>
            <a:r>
              <a:rPr lang="de-DE" b="0" i="0" dirty="0" err="1">
                <a:solidFill>
                  <a:srgbClr val="444444"/>
                </a:solidFill>
                <a:effectLst/>
              </a:rPr>
              <a:t>Wipe</a:t>
            </a:r>
            <a:r>
              <a:rPr lang="de-DE" b="0" i="0" dirty="0">
                <a:solidFill>
                  <a:srgbClr val="444444"/>
                </a:solidFill>
                <a:effectLst/>
              </a:rPr>
              <a:t>) bei Diebstahl</a:t>
            </a:r>
            <a:endParaRPr lang="de-DE" dirty="0">
              <a:solidFill>
                <a:srgbClr val="444444"/>
              </a:solidFill>
            </a:endParaRPr>
          </a:p>
          <a:p>
            <a:pPr marL="285750" indent="-285750">
              <a:buFont typeface="Arial" panose="020B0604020202020204" pitchFamily="34" charset="0"/>
              <a:buChar char="•"/>
            </a:pPr>
            <a:endParaRPr lang="de-DE" dirty="0">
              <a:solidFill>
                <a:srgbClr val="444444"/>
              </a:solidFill>
              <a:latin typeface="Calibri" panose="020F0502020204030204" pitchFamily="34" charset="0"/>
            </a:endParaRPr>
          </a:p>
          <a:p>
            <a:endParaRPr lang="de-DE" dirty="0"/>
          </a:p>
        </p:txBody>
      </p:sp>
    </p:spTree>
    <p:extLst>
      <p:ext uri="{BB962C8B-B14F-4D97-AF65-F5344CB8AC3E}">
        <p14:creationId xmlns:p14="http://schemas.microsoft.com/office/powerpoint/2010/main" val="4773269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7">
            <a:extLst>
              <a:ext uri="{FF2B5EF4-FFF2-40B4-BE49-F238E27FC236}">
                <a16:creationId xmlns:a16="http://schemas.microsoft.com/office/drawing/2014/main" id="{FF0C5F1C-5A6A-48C9-821E-0EC27C7408F5}"/>
              </a:ext>
              <a:ext uri="{C183D7F6-B498-43B3-948B-1728B52AA6E4}">
                <adec:decorative xmlns:adec="http://schemas.microsoft.com/office/drawing/2017/decorative" val="1"/>
              </a:ext>
            </a:extLst>
          </p:cNvPr>
          <p:cNvPicPr>
            <a:picLocks noGrp="1" noChangeAspect="1"/>
          </p:cNvPicPr>
          <p:nvPr>
            <p:ph type="pic" sz="quarter" idx="16"/>
          </p:nvPr>
        </p:nvPicPr>
        <p:blipFill rotWithShape="1">
          <a:blip r:embed="rId2" cstate="print">
            <a:extLst>
              <a:ext uri="{28A0092B-C50C-407E-A947-70E740481C1C}">
                <a14:useLocalDpi xmlns:a14="http://schemas.microsoft.com/office/drawing/2010/main"/>
              </a:ext>
            </a:extLst>
          </a:blip>
          <a:srcRect l="3938" r="3938"/>
          <a:stretch/>
        </p:blipFill>
        <p:spPr>
          <a:prstGeom prst="rect">
            <a:avLst/>
          </a:prstGeom>
        </p:spPr>
      </p:pic>
      <p:sp>
        <p:nvSpPr>
          <p:cNvPr id="20" name="Textplatzhalter 19">
            <a:extLst>
              <a:ext uri="{FF2B5EF4-FFF2-40B4-BE49-F238E27FC236}">
                <a16:creationId xmlns:a16="http://schemas.microsoft.com/office/drawing/2014/main" id="{60863601-E447-4CD6-89C6-A60134F98387}"/>
              </a:ext>
            </a:extLst>
          </p:cNvPr>
          <p:cNvSpPr>
            <a:spLocks noGrp="1"/>
          </p:cNvSpPr>
          <p:nvPr>
            <p:ph type="body" sz="quarter" idx="15"/>
          </p:nvPr>
        </p:nvSpPr>
        <p:spPr/>
        <p:txBody>
          <a:bodyPr/>
          <a:lstStyle/>
          <a:p>
            <a:r>
              <a:rPr lang="de-DE"/>
              <a:t>Abdeckung der typischen Anfragen</a:t>
            </a:r>
            <a:endParaRPr lang="de-DE" dirty="0"/>
          </a:p>
        </p:txBody>
      </p:sp>
      <p:sp>
        <p:nvSpPr>
          <p:cNvPr id="19" name="Titel 18">
            <a:extLst>
              <a:ext uri="{FF2B5EF4-FFF2-40B4-BE49-F238E27FC236}">
                <a16:creationId xmlns:a16="http://schemas.microsoft.com/office/drawing/2014/main" id="{701F5AEF-4E51-4040-8DFC-C8CB6756DEF3}"/>
              </a:ext>
            </a:extLst>
          </p:cNvPr>
          <p:cNvSpPr>
            <a:spLocks noGrp="1"/>
          </p:cNvSpPr>
          <p:nvPr>
            <p:ph type="title"/>
          </p:nvPr>
        </p:nvSpPr>
        <p:spPr/>
        <p:txBody>
          <a:bodyPr/>
          <a:lstStyle/>
          <a:p>
            <a:r>
              <a:rPr lang="de-DE" dirty="0"/>
              <a:t>Basis Support as a Service</a:t>
            </a:r>
          </a:p>
        </p:txBody>
      </p:sp>
      <p:sp>
        <p:nvSpPr>
          <p:cNvPr id="4" name="Textplatzhalter 3">
            <a:extLst>
              <a:ext uri="{FF2B5EF4-FFF2-40B4-BE49-F238E27FC236}">
                <a16:creationId xmlns:a16="http://schemas.microsoft.com/office/drawing/2014/main" id="{163AB676-4893-429B-983C-05F242025931}"/>
              </a:ext>
            </a:extLst>
          </p:cNvPr>
          <p:cNvSpPr>
            <a:spLocks noGrp="1"/>
          </p:cNvSpPr>
          <p:nvPr>
            <p:ph type="body" sz="quarter" idx="17"/>
          </p:nvPr>
        </p:nvSpPr>
        <p:spPr/>
        <p:txBody>
          <a:bodyPr/>
          <a:lstStyle/>
          <a:p>
            <a:r>
              <a:rPr lang="de-DE" sz="1800" dirty="0">
                <a:effectLst/>
                <a:latin typeface="Calibri" panose="020F0502020204030204" pitchFamily="34" charset="0"/>
                <a:ea typeface="Calibri" panose="020F0502020204030204" pitchFamily="34" charset="0"/>
              </a:rPr>
              <a:t>„</a:t>
            </a:r>
            <a:r>
              <a:rPr lang="de-DE" sz="1800" i="1" dirty="0">
                <a:effectLst/>
                <a:latin typeface="Calibri" panose="020F0502020204030204" pitchFamily="34" charset="0"/>
                <a:ea typeface="Calibri" panose="020F0502020204030204" pitchFamily="34" charset="0"/>
              </a:rPr>
              <a:t>Ein Angebot über unseren Standard Support Service wird ebenfalls vorbereitet.</a:t>
            </a:r>
            <a:r>
              <a:rPr lang="de-DE" sz="1800" dirty="0">
                <a:effectLst/>
                <a:latin typeface="Calibri" panose="020F0502020204030204" pitchFamily="34" charset="0"/>
                <a:ea typeface="Calibri" panose="020F0502020204030204" pitchFamily="34" charset="0"/>
              </a:rPr>
              <a:t>“</a:t>
            </a:r>
          </a:p>
          <a:p>
            <a:pPr marL="285750" indent="-285750">
              <a:buFontTx/>
              <a:buChar char="-"/>
            </a:pPr>
            <a:r>
              <a:rPr lang="de-DE" sz="1800" dirty="0">
                <a:latin typeface="Calibri" panose="020F0502020204030204" pitchFamily="34" charset="0"/>
                <a:ea typeface="Calibri" panose="020F0502020204030204" pitchFamily="34" charset="0"/>
              </a:rPr>
              <a:t>Abrechnung nach Aufwand (Rahmenvertrag)</a:t>
            </a:r>
          </a:p>
          <a:p>
            <a:pPr marL="285750" indent="-285750">
              <a:buFontTx/>
              <a:buChar char="-"/>
            </a:pPr>
            <a:r>
              <a:rPr lang="de-DE" sz="1800" dirty="0">
                <a:effectLst/>
                <a:latin typeface="Calibri" panose="020F0502020204030204" pitchFamily="34" charset="0"/>
                <a:ea typeface="Calibri" panose="020F0502020204030204" pitchFamily="34" charset="0"/>
              </a:rPr>
              <a:t>Unterstützung bei Hybrid Microsoft Anbindung</a:t>
            </a:r>
          </a:p>
          <a:p>
            <a:pPr marL="285750" indent="-285750">
              <a:buFontTx/>
              <a:buChar char="-"/>
            </a:pPr>
            <a:r>
              <a:rPr lang="de-DE" sz="1800" dirty="0">
                <a:effectLst/>
                <a:latin typeface="Calibri" panose="020F0502020204030204" pitchFamily="34" charset="0"/>
                <a:ea typeface="Calibri" panose="020F0502020204030204" pitchFamily="34" charset="0"/>
              </a:rPr>
              <a:t>Microsoft 365 </a:t>
            </a:r>
            <a:r>
              <a:rPr lang="de-DE" sz="1800" dirty="0" err="1">
                <a:effectLst/>
                <a:latin typeface="Calibri" panose="020F0502020204030204" pitchFamily="34" charset="0"/>
                <a:ea typeface="Calibri" panose="020F0502020204030204" pitchFamily="34" charset="0"/>
              </a:rPr>
              <a:t>Migrations</a:t>
            </a:r>
            <a:r>
              <a:rPr lang="de-DE" sz="1800" dirty="0">
                <a:effectLst/>
                <a:latin typeface="Calibri" panose="020F0502020204030204" pitchFamily="34" charset="0"/>
                <a:ea typeface="Calibri" panose="020F0502020204030204" pitchFamily="34" charset="0"/>
              </a:rPr>
              <a:t> Unterstützung</a:t>
            </a:r>
          </a:p>
          <a:p>
            <a:pPr marL="285750" indent="-285750">
              <a:buFontTx/>
              <a:buChar char="-"/>
            </a:pPr>
            <a:r>
              <a:rPr lang="de-DE" sz="1800" dirty="0">
                <a:latin typeface="Calibri" panose="020F0502020204030204" pitchFamily="34" charset="0"/>
                <a:ea typeface="Calibri" panose="020F0502020204030204" pitchFamily="34" charset="0"/>
              </a:rPr>
              <a:t>Webbasiertes Ticketsystem für </a:t>
            </a:r>
            <a:r>
              <a:rPr lang="de-DE" sz="1800" err="1">
                <a:latin typeface="Calibri" panose="020F0502020204030204" pitchFamily="34" charset="0"/>
                <a:ea typeface="Calibri" panose="020F0502020204030204" pitchFamily="34" charset="0"/>
              </a:rPr>
              <a:t>Enduser</a:t>
            </a:r>
            <a:endParaRPr lang="de-DE" sz="1800" dirty="0">
              <a:latin typeface="Calibri" panose="020F0502020204030204" pitchFamily="34" charset="0"/>
              <a:ea typeface="Calibri" panose="020F0502020204030204" pitchFamily="34" charset="0"/>
            </a:endParaRPr>
          </a:p>
          <a:p>
            <a:pPr marL="285750" indent="-285750">
              <a:buFontTx/>
              <a:buChar char="-"/>
            </a:pPr>
            <a:r>
              <a:rPr lang="de-DE" sz="1800" dirty="0">
                <a:effectLst/>
                <a:latin typeface="Calibri" panose="020F0502020204030204" pitchFamily="34" charset="0"/>
                <a:ea typeface="Calibri" panose="020F0502020204030204" pitchFamily="34" charset="0"/>
              </a:rPr>
              <a:t>Für bei uns gekaufte Microsoft 365 Dienste inkl. </a:t>
            </a:r>
            <a:r>
              <a:rPr lang="de-DE" sz="1800" dirty="0" err="1">
                <a:effectLst/>
                <a:latin typeface="Calibri" panose="020F0502020204030204" pitchFamily="34" charset="0"/>
                <a:ea typeface="Calibri" panose="020F0502020204030204" pitchFamily="34" charset="0"/>
              </a:rPr>
              <a:t>Eskalations</a:t>
            </a:r>
            <a:r>
              <a:rPr lang="de-DE" sz="1800" dirty="0">
                <a:effectLst/>
                <a:latin typeface="Calibri" panose="020F0502020204030204" pitchFamily="34" charset="0"/>
                <a:ea typeface="Calibri" panose="020F0502020204030204" pitchFamily="34" charset="0"/>
              </a:rPr>
              <a:t> Unterstützung zu Microsoft</a:t>
            </a:r>
          </a:p>
          <a:p>
            <a:pPr marL="285750" indent="-285750">
              <a:buFontTx/>
              <a:buChar char="-"/>
            </a:pPr>
            <a:r>
              <a:rPr lang="de-DE" sz="1800" dirty="0">
                <a:latin typeface="Calibri" panose="020F0502020204030204" pitchFamily="34" charset="0"/>
                <a:ea typeface="Calibri" panose="020F0502020204030204" pitchFamily="34" charset="0"/>
              </a:rPr>
              <a:t>Basispaket 5/9 Reaktionszeit 4 Std.</a:t>
            </a:r>
            <a:endParaRPr lang="de-DE" sz="1800" dirty="0">
              <a:effectLst/>
              <a:latin typeface="Calibri" panose="020F0502020204030204" pitchFamily="34" charset="0"/>
              <a:ea typeface="Calibri" panose="020F0502020204030204" pitchFamily="34" charset="0"/>
            </a:endParaRPr>
          </a:p>
          <a:p>
            <a:pPr marL="285750" indent="-285750">
              <a:buFontTx/>
              <a:buChar char="-"/>
            </a:pPr>
            <a:r>
              <a:rPr lang="de-DE" sz="1800" dirty="0">
                <a:latin typeface="Calibri" panose="020F0502020204030204" pitchFamily="34" charset="0"/>
                <a:ea typeface="Calibri" panose="020F0502020204030204" pitchFamily="34" charset="0"/>
              </a:rPr>
              <a:t>Je nach Paketauswahl bis zu 24/7</a:t>
            </a:r>
            <a:endParaRPr lang="de-DE" sz="1800" dirty="0">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3502692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750"/>
                                        <p:tgtEl>
                                          <p:spTgt spid="15"/>
                                        </p:tgtEl>
                                      </p:cBhvr>
                                    </p:animEffect>
                                  </p:childTnLst>
                                </p:cTn>
                              </p:par>
                              <p:par>
                                <p:cTn id="8" presetID="2" presetClass="entr" presetSubtype="2" accel="10000" decel="9000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 calcmode="lin" valueType="num">
                                      <p:cBhvr additive="base">
                                        <p:cTn id="10" dur="1000" fill="hold"/>
                                        <p:tgtEl>
                                          <p:spTgt spid="15"/>
                                        </p:tgtEl>
                                        <p:attrNameLst>
                                          <p:attrName>ppt_x</p:attrName>
                                        </p:attrNameLst>
                                      </p:cBhvr>
                                      <p:tavLst>
                                        <p:tav tm="0">
                                          <p:val>
                                            <p:strVal val="1+#ppt_w/2"/>
                                          </p:val>
                                        </p:tav>
                                        <p:tav tm="100000">
                                          <p:val>
                                            <p:strVal val="#ppt_x"/>
                                          </p:val>
                                        </p:tav>
                                      </p:tavLst>
                                    </p:anim>
                                    <p:anim calcmode="lin" valueType="num">
                                      <p:cBhvr additive="base">
                                        <p:cTn id="11" dur="1000" fill="hold"/>
                                        <p:tgtEl>
                                          <p:spTgt spid="1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E944DADE-5B48-492E-ABE0-BA9D335560E2}"/>
              </a:ext>
            </a:extLst>
          </p:cNvPr>
          <p:cNvPicPr>
            <a:picLocks noGrp="1" noChangeAspect="1"/>
          </p:cNvPicPr>
          <p:nvPr>
            <p:ph type="pic" sz="quarter" idx="16"/>
          </p:nvPr>
        </p:nvPicPr>
        <p:blipFill rotWithShape="1">
          <a:blip r:embed="rId2" cstate="print">
            <a:extLst>
              <a:ext uri="{28A0092B-C50C-407E-A947-70E740481C1C}">
                <a14:useLocalDpi xmlns:a14="http://schemas.microsoft.com/office/drawing/2010/main"/>
              </a:ext>
            </a:extLst>
          </a:blip>
          <a:srcRect l="16" r="16"/>
          <a:stretch/>
        </p:blipFill>
        <p:spPr/>
      </p:pic>
      <p:sp>
        <p:nvSpPr>
          <p:cNvPr id="20" name="Textplatzhalter 19">
            <a:extLst>
              <a:ext uri="{FF2B5EF4-FFF2-40B4-BE49-F238E27FC236}">
                <a16:creationId xmlns:a16="http://schemas.microsoft.com/office/drawing/2014/main" id="{60863601-E447-4CD6-89C6-A60134F98387}"/>
              </a:ext>
            </a:extLst>
          </p:cNvPr>
          <p:cNvSpPr>
            <a:spLocks noGrp="1"/>
          </p:cNvSpPr>
          <p:nvPr>
            <p:ph type="body" sz="quarter" idx="15"/>
          </p:nvPr>
        </p:nvSpPr>
        <p:spPr/>
        <p:txBody>
          <a:bodyPr/>
          <a:lstStyle/>
          <a:p>
            <a:endParaRPr lang="de-DE" dirty="0"/>
          </a:p>
        </p:txBody>
      </p:sp>
      <p:sp>
        <p:nvSpPr>
          <p:cNvPr id="19" name="Titel 18">
            <a:extLst>
              <a:ext uri="{FF2B5EF4-FFF2-40B4-BE49-F238E27FC236}">
                <a16:creationId xmlns:a16="http://schemas.microsoft.com/office/drawing/2014/main" id="{701F5AEF-4E51-4040-8DFC-C8CB6756DEF3}"/>
              </a:ext>
            </a:extLst>
          </p:cNvPr>
          <p:cNvSpPr>
            <a:spLocks noGrp="1"/>
          </p:cNvSpPr>
          <p:nvPr>
            <p:ph type="title"/>
          </p:nvPr>
        </p:nvSpPr>
        <p:spPr/>
        <p:txBody>
          <a:bodyPr/>
          <a:lstStyle/>
          <a:p>
            <a:r>
              <a:rPr lang="de-DE" dirty="0"/>
              <a:t>Support as a Service</a:t>
            </a:r>
          </a:p>
        </p:txBody>
      </p:sp>
      <p:sp>
        <p:nvSpPr>
          <p:cNvPr id="4" name="Textplatzhalter 3">
            <a:extLst>
              <a:ext uri="{FF2B5EF4-FFF2-40B4-BE49-F238E27FC236}">
                <a16:creationId xmlns:a16="http://schemas.microsoft.com/office/drawing/2014/main" id="{163AB676-4893-429B-983C-05F242025931}"/>
              </a:ext>
            </a:extLst>
          </p:cNvPr>
          <p:cNvSpPr>
            <a:spLocks noGrp="1"/>
          </p:cNvSpPr>
          <p:nvPr>
            <p:ph type="body" sz="quarter" idx="17"/>
          </p:nvPr>
        </p:nvSpPr>
        <p:spPr/>
        <p:txBody>
          <a:bodyPr/>
          <a:lstStyle/>
          <a:p>
            <a:r>
              <a:rPr lang="de-DE" sz="1800" dirty="0">
                <a:effectLst/>
                <a:latin typeface="Calibri" panose="020F0502020204030204" pitchFamily="34" charset="0"/>
                <a:ea typeface="Calibri" panose="020F0502020204030204" pitchFamily="34" charset="0"/>
              </a:rPr>
              <a:t>„</a:t>
            </a:r>
            <a:r>
              <a:rPr lang="de-DE" sz="1800" i="1" dirty="0">
                <a:effectLst/>
                <a:latin typeface="Calibri" panose="020F0502020204030204" pitchFamily="34" charset="0"/>
                <a:ea typeface="Calibri" panose="020F0502020204030204" pitchFamily="34" charset="0"/>
              </a:rPr>
              <a:t>Ein Angebot über unseren Standard Support Service wird ebenfalls vorbereitet.</a:t>
            </a:r>
            <a:r>
              <a:rPr lang="de-DE" sz="1800" dirty="0">
                <a:effectLst/>
                <a:latin typeface="Calibri" panose="020F0502020204030204" pitchFamily="34" charset="0"/>
                <a:ea typeface="Calibri" panose="020F0502020204030204" pitchFamily="34" charset="0"/>
              </a:rPr>
              <a:t>“</a:t>
            </a:r>
          </a:p>
        </p:txBody>
      </p:sp>
    </p:spTree>
    <p:extLst>
      <p:ext uri="{BB962C8B-B14F-4D97-AF65-F5344CB8AC3E}">
        <p14:creationId xmlns:p14="http://schemas.microsoft.com/office/powerpoint/2010/main" val="14811999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ildplatzhalter 1">
            <a:extLst>
              <a:ext uri="{FF2B5EF4-FFF2-40B4-BE49-F238E27FC236}">
                <a16:creationId xmlns:a16="http://schemas.microsoft.com/office/drawing/2014/main" id="{4B310FBA-7251-4586-B300-B6C184D7E2F3}"/>
              </a:ext>
            </a:extLst>
          </p:cNvPr>
          <p:cNvSpPr>
            <a:spLocks noGrp="1"/>
          </p:cNvSpPr>
          <p:nvPr>
            <p:ph type="pic" sz="quarter" idx="16"/>
          </p:nvPr>
        </p:nvSpPr>
        <p:spPr/>
        <p:txBody>
          <a:bodyPr/>
          <a:lstStyle/>
          <a:p>
            <a:endParaRPr lang="de-DE"/>
          </a:p>
        </p:txBody>
      </p:sp>
      <p:sp>
        <p:nvSpPr>
          <p:cNvPr id="3" name="Textplatzhalter 2">
            <a:extLst>
              <a:ext uri="{FF2B5EF4-FFF2-40B4-BE49-F238E27FC236}">
                <a16:creationId xmlns:a16="http://schemas.microsoft.com/office/drawing/2014/main" id="{F523F403-B0B9-4701-B0CA-D276B203F96A}"/>
              </a:ext>
            </a:extLst>
          </p:cNvPr>
          <p:cNvSpPr>
            <a:spLocks noGrp="1"/>
          </p:cNvSpPr>
          <p:nvPr>
            <p:ph type="body" sz="quarter" idx="15"/>
          </p:nvPr>
        </p:nvSpPr>
        <p:spPr/>
        <p:txBody>
          <a:bodyPr/>
          <a:lstStyle/>
          <a:p>
            <a:r>
              <a:rPr lang="de-DE" dirty="0"/>
              <a:t>Accountmanager</a:t>
            </a:r>
          </a:p>
        </p:txBody>
      </p:sp>
      <p:sp>
        <p:nvSpPr>
          <p:cNvPr id="4" name="Titel 3">
            <a:extLst>
              <a:ext uri="{FF2B5EF4-FFF2-40B4-BE49-F238E27FC236}">
                <a16:creationId xmlns:a16="http://schemas.microsoft.com/office/drawing/2014/main" id="{26B6B259-5B17-473D-8F47-ED6D7AFC33DB}"/>
              </a:ext>
            </a:extLst>
          </p:cNvPr>
          <p:cNvSpPr>
            <a:spLocks noGrp="1"/>
          </p:cNvSpPr>
          <p:nvPr>
            <p:ph type="title"/>
          </p:nvPr>
        </p:nvSpPr>
        <p:spPr/>
        <p:txBody>
          <a:bodyPr/>
          <a:lstStyle/>
          <a:p>
            <a:r>
              <a:rPr lang="de-DE" dirty="0"/>
              <a:t>Kontaktfolien</a:t>
            </a:r>
          </a:p>
        </p:txBody>
      </p:sp>
      <p:sp>
        <p:nvSpPr>
          <p:cNvPr id="5" name="Textplatzhalter 4">
            <a:extLst>
              <a:ext uri="{FF2B5EF4-FFF2-40B4-BE49-F238E27FC236}">
                <a16:creationId xmlns:a16="http://schemas.microsoft.com/office/drawing/2014/main" id="{D908CE4F-6003-490C-8060-772E176BAAE2}"/>
              </a:ext>
            </a:extLst>
          </p:cNvPr>
          <p:cNvSpPr>
            <a:spLocks noGrp="1"/>
          </p:cNvSpPr>
          <p:nvPr>
            <p:ph type="body" sz="quarter" idx="17"/>
          </p:nvPr>
        </p:nvSpPr>
        <p:spPr/>
        <p:txBody>
          <a:bodyPr/>
          <a:lstStyle/>
          <a:p>
            <a:endParaRPr lang="de-DE" sz="2800" dirty="0">
              <a:highlight>
                <a:srgbClr val="FFFF00"/>
              </a:highlight>
            </a:endParaRPr>
          </a:p>
        </p:txBody>
      </p:sp>
      <p:sp>
        <p:nvSpPr>
          <p:cNvPr id="6" name="Fußzeilenplatzhalter 5">
            <a:extLst>
              <a:ext uri="{FF2B5EF4-FFF2-40B4-BE49-F238E27FC236}">
                <a16:creationId xmlns:a16="http://schemas.microsoft.com/office/drawing/2014/main" id="{0F7782FC-D5B3-46E9-9574-B3F52D15CAB0}"/>
              </a:ext>
            </a:extLst>
          </p:cNvPr>
          <p:cNvSpPr>
            <a:spLocks noGrp="1"/>
          </p:cNvSpPr>
          <p:nvPr>
            <p:ph type="ftr" sz="quarter" idx="3"/>
          </p:nvPr>
        </p:nvSpPr>
        <p:spPr/>
        <p:txBody>
          <a:bodyPr/>
          <a:lstStyle/>
          <a:p>
            <a:pPr algn="l"/>
            <a:r>
              <a:rPr lang="en-US"/>
              <a:t>Präsentationstitel</a:t>
            </a:r>
            <a:endParaRPr lang="en-US" dirty="0"/>
          </a:p>
        </p:txBody>
      </p:sp>
    </p:spTree>
    <p:extLst>
      <p:ext uri="{BB962C8B-B14F-4D97-AF65-F5344CB8AC3E}">
        <p14:creationId xmlns:p14="http://schemas.microsoft.com/office/powerpoint/2010/main" val="263207592"/>
      </p:ext>
    </p:extLst>
  </p:cSld>
  <p:clrMapOvr>
    <a:masterClrMapping/>
  </p:clrMapOvr>
</p:sld>
</file>

<file path=ppt/theme/theme1.xml><?xml version="1.0" encoding="utf-8"?>
<a:theme xmlns:a="http://schemas.openxmlformats.org/drawingml/2006/main" name="Benutzerdefiniertes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Katalog">
  <a:themeElements>
    <a:clrScheme name="Katalog">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Katalog">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talog">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3.xml><?xml version="1.0" encoding="utf-8"?>
<a:theme xmlns:a="http://schemas.openxmlformats.org/drawingml/2006/main" name="Office Theme">
  <a:themeElements>
    <a:clrScheme name="BDO_final">
      <a:dk1>
        <a:srgbClr val="404040"/>
      </a:dk1>
      <a:lt1>
        <a:srgbClr val="FFFFFF"/>
      </a:lt1>
      <a:dk2>
        <a:srgbClr val="ED1A3B"/>
      </a:dk2>
      <a:lt2>
        <a:srgbClr val="218F8B"/>
      </a:lt2>
      <a:accent1>
        <a:srgbClr val="02A5E2"/>
      </a:accent1>
      <a:accent2>
        <a:srgbClr val="DF8639"/>
      </a:accent2>
      <a:accent3>
        <a:srgbClr val="98002E"/>
      </a:accent3>
      <a:accent4>
        <a:srgbClr val="657C91"/>
      </a:accent4>
      <a:accent5>
        <a:srgbClr val="E7E7E7"/>
      </a:accent5>
      <a:accent6>
        <a:srgbClr val="ED1A3B"/>
      </a:accent6>
      <a:hlink>
        <a:srgbClr val="02A5E2"/>
      </a:hlink>
      <a:folHlink>
        <a:srgbClr val="02A5E2"/>
      </a:folHlink>
    </a:clrScheme>
    <a:fontScheme name="BDO">
      <a:majorFont>
        <a:latin typeface="Trebuchet MS"/>
        <a:ea typeface=""/>
        <a:cs typeface=""/>
      </a:majorFont>
      <a:minorFont>
        <a:latin typeface="Trebuchet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a:themeElements>
    <a:clrScheme name="BDO_final">
      <a:dk1>
        <a:srgbClr val="404040"/>
      </a:dk1>
      <a:lt1>
        <a:srgbClr val="FFFFFF"/>
      </a:lt1>
      <a:dk2>
        <a:srgbClr val="ED1A3B"/>
      </a:dk2>
      <a:lt2>
        <a:srgbClr val="218F8B"/>
      </a:lt2>
      <a:accent1>
        <a:srgbClr val="02A5E2"/>
      </a:accent1>
      <a:accent2>
        <a:srgbClr val="DF8639"/>
      </a:accent2>
      <a:accent3>
        <a:srgbClr val="98002E"/>
      </a:accent3>
      <a:accent4>
        <a:srgbClr val="657C91"/>
      </a:accent4>
      <a:accent5>
        <a:srgbClr val="E7E7E7"/>
      </a:accent5>
      <a:accent6>
        <a:srgbClr val="ED1A3B"/>
      </a:accent6>
      <a:hlink>
        <a:srgbClr val="02A5E2"/>
      </a:hlink>
      <a:folHlink>
        <a:srgbClr val="02A5E2"/>
      </a:folHlink>
    </a:clrScheme>
    <a:fontScheme name="BDO">
      <a:majorFont>
        <a:latin typeface="Trebuchet MS"/>
        <a:ea typeface=""/>
        <a:cs typeface=""/>
      </a:majorFont>
      <a:minorFont>
        <a:latin typeface="Trebuchet M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Vorlage_BDO-Digital_MS-Logo</Template>
  <TotalTime>0</TotalTime>
  <Words>1709</Words>
  <Application>Microsoft Office PowerPoint</Application>
  <PresentationFormat>Bildschirmpräsentation (16:9)</PresentationFormat>
  <Paragraphs>194</Paragraphs>
  <Slides>23</Slides>
  <Notes>5</Notes>
  <HiddenSlides>5</HiddenSlides>
  <MMClips>0</MMClips>
  <ScaleCrop>false</ScaleCrop>
  <HeadingPairs>
    <vt:vector size="6" baseType="variant">
      <vt:variant>
        <vt:lpstr>Verwendete Schriftarten</vt:lpstr>
      </vt:variant>
      <vt:variant>
        <vt:i4>13</vt:i4>
      </vt:variant>
      <vt:variant>
        <vt:lpstr>Design</vt:lpstr>
      </vt:variant>
      <vt:variant>
        <vt:i4>2</vt:i4>
      </vt:variant>
      <vt:variant>
        <vt:lpstr>Folientitel</vt:lpstr>
      </vt:variant>
      <vt:variant>
        <vt:i4>23</vt:i4>
      </vt:variant>
    </vt:vector>
  </HeadingPairs>
  <TitlesOfParts>
    <vt:vector size="38" baseType="lpstr">
      <vt:lpstr>Aptos</vt:lpstr>
      <vt:lpstr>Aptos Display</vt:lpstr>
      <vt:lpstr>Arial</vt:lpstr>
      <vt:lpstr>Calibri</vt:lpstr>
      <vt:lpstr>Gill Sans MT</vt:lpstr>
      <vt:lpstr>Segoe UI</vt:lpstr>
      <vt:lpstr>Segoe UI Semibold</vt:lpstr>
      <vt:lpstr>Segoe UI Semilight</vt:lpstr>
      <vt:lpstr>SegoeUI</vt:lpstr>
      <vt:lpstr>Symbol</vt:lpstr>
      <vt:lpstr>Trebuchet MS</vt:lpstr>
      <vt:lpstr>Wingdings</vt:lpstr>
      <vt:lpstr>Wingdings 3</vt:lpstr>
      <vt:lpstr>Benutzerdefiniertes Design</vt:lpstr>
      <vt:lpstr>Katalog</vt:lpstr>
      <vt:lpstr>Service Katalog</vt:lpstr>
      <vt:lpstr>Agenda</vt:lpstr>
      <vt:lpstr>Serviceübersicht</vt:lpstr>
      <vt:lpstr>Compliance as a Service</vt:lpstr>
      <vt:lpstr>Security as a Service</vt:lpstr>
      <vt:lpstr>Security as a Service</vt:lpstr>
      <vt:lpstr>Microsoft 3Security as a Service</vt:lpstr>
      <vt:lpstr>PowerPoint-Präsentation</vt:lpstr>
      <vt:lpstr>Azure &amp; Microsoft 365</vt:lpstr>
      <vt:lpstr>Azure &amp; Microsoft 365</vt:lpstr>
      <vt:lpstr>Microsoft 365 &amp; Azure  BDO Digital GmbH –  Cloud Backup Managed Service</vt:lpstr>
      <vt:lpstr>Backup as a Service</vt:lpstr>
      <vt:lpstr>Azure &amp; Microsoft 365</vt:lpstr>
      <vt:lpstr>Azure &amp; Microsoft 365</vt:lpstr>
      <vt:lpstr>Azure &amp; Microsoft 365</vt:lpstr>
      <vt:lpstr>Managed Desktop as a Service</vt:lpstr>
      <vt:lpstr>SBC as a Service</vt:lpstr>
      <vt:lpstr>Microsoft Teams Teamwork &amp; Calling Managed Service Offering</vt:lpstr>
      <vt:lpstr>PowerPoint-Präsentation</vt:lpstr>
      <vt:lpstr>Managed Endpoint as a Service</vt:lpstr>
      <vt:lpstr>Basis Support as a Service</vt:lpstr>
      <vt:lpstr>Support as a Service</vt:lpstr>
      <vt:lpstr>Kontaktfolien</vt:lpstr>
    </vt:vector>
  </TitlesOfParts>
  <Company>BDO AG Wirtschaftsprüfungsgesellschaft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Mastertitelformat</dc:title>
  <dc:creator>Michael Kirst-Neshva</dc:creator>
  <cp:lastModifiedBy>Michael Kirst-Neshva</cp:lastModifiedBy>
  <cp:revision>6</cp:revision>
  <cp:lastPrinted>2017-06-08T08:53:07Z</cp:lastPrinted>
  <dcterms:created xsi:type="dcterms:W3CDTF">2021-03-22T16:55:09Z</dcterms:created>
  <dcterms:modified xsi:type="dcterms:W3CDTF">2026-05-06T22:43:59Z</dcterms:modified>
</cp:coreProperties>
</file>